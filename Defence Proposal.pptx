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9"/>
  </p:notesMasterIdLst>
  <p:sldIdLst>
    <p:sldId id="276" r:id="rId2"/>
    <p:sldId id="258" r:id="rId3"/>
    <p:sldId id="257" r:id="rId4"/>
    <p:sldId id="265" r:id="rId5"/>
    <p:sldId id="262" r:id="rId6"/>
    <p:sldId id="274" r:id="rId7"/>
    <p:sldId id="275" r:id="rId8"/>
  </p:sldIdLst>
  <p:sldSz cx="9144000" cy="5143500" type="screen16x9"/>
  <p:notesSz cx="6858000" cy="9144000"/>
  <p:embeddedFontLst>
    <p:embeddedFont>
      <p:font typeface="Agency FB" panose="020B0503020202020204" pitchFamily="34" charset="0"/>
      <p:regular r:id="rId10"/>
      <p:bold r:id="rId11"/>
    </p:embeddedFont>
    <p:embeddedFont>
      <p:font typeface="Anaheim" panose="020B0604020202020204" charset="0"/>
      <p:regular r:id="rId12"/>
      <p:bold r:id="rId13"/>
    </p:embeddedFont>
    <p:embeddedFont>
      <p:font typeface="Nunito Light" pitchFamily="2" charset="0"/>
      <p:regular r:id="rId14"/>
      <p:italic r:id="rId15"/>
    </p:embeddedFont>
    <p:embeddedFont>
      <p:font typeface="Open Sans" panose="020B0606030504020204" pitchFamily="34" charset="0"/>
      <p:regular r:id="rId16"/>
      <p:bold r:id="rId17"/>
      <p:italic r:id="rId18"/>
      <p:boldItalic r:id="rId19"/>
    </p:embeddedFont>
    <p:embeddedFont>
      <p:font typeface="Open Sans Light" panose="020B0306030504020204" pitchFamily="34" charset="0"/>
      <p:regular r:id="rId20"/>
      <p:italic r:id="rId21"/>
    </p:embeddedFont>
    <p:embeddedFont>
      <p:font typeface="Raleway" pitchFamily="2" charset="0"/>
      <p:regular r:id="rId22"/>
      <p:bold r:id="rId23"/>
      <p:italic r:id="rId24"/>
      <p:boldItalic r:id="rId25"/>
    </p:embeddedFont>
    <p:embeddedFont>
      <p:font typeface="Sora" panose="020B060402020202020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0D2ECDB-DB1B-4F4C-8A61-E33F047E7DC4}">
  <a:tblStyle styleId="{D0D2ECDB-DB1B-4F4C-8A61-E33F047E7DC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BC7AA71-48DF-4C62-AAA4-79F4163E9850}"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showGuides="1">
      <p:cViewPr varScale="1">
        <p:scale>
          <a:sx n="103" d="100"/>
          <a:sy n="103" d="100"/>
        </p:scale>
        <p:origin x="898"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font" Target="fonts/font17.fntdata"/><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28" Type="http://schemas.openxmlformats.org/officeDocument/2006/relationships/presProps" Target="presProps.xml"/><Relationship Id="rId10" Type="http://schemas.openxmlformats.org/officeDocument/2006/relationships/font" Target="fonts/font1.fntdata"/><Relationship Id="rId19" Type="http://schemas.openxmlformats.org/officeDocument/2006/relationships/font" Target="fonts/font10.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font" Target="fonts/font1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03AE119A-0ABF-F472-2E1C-834DA28CDDAB}"/>
            </a:ext>
          </a:extLst>
        </p:cNvPr>
        <p:cNvGrpSpPr/>
        <p:nvPr/>
      </p:nvGrpSpPr>
      <p:grpSpPr>
        <a:xfrm>
          <a:off x="0" y="0"/>
          <a:ext cx="0" cy="0"/>
          <a:chOff x="0" y="0"/>
          <a:chExt cx="0" cy="0"/>
        </a:xfrm>
      </p:grpSpPr>
      <p:sp>
        <p:nvSpPr>
          <p:cNvPr id="369" name="Google Shape;369;gd431007ba2_0_215:notes">
            <a:extLst>
              <a:ext uri="{FF2B5EF4-FFF2-40B4-BE49-F238E27FC236}">
                <a16:creationId xmlns:a16="http://schemas.microsoft.com/office/drawing/2014/main" id="{6D944C40-01FC-312F-C3A7-53BDA2863D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d431007ba2_0_215:notes">
            <a:extLst>
              <a:ext uri="{FF2B5EF4-FFF2-40B4-BE49-F238E27FC236}">
                <a16:creationId xmlns:a16="http://schemas.microsoft.com/office/drawing/2014/main" id="{CFA46400-579F-1AE6-651D-D2563FE41C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482513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669c7b236c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669c7b236c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26692cdd774_5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26692cdd774_5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26692cdd774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26692cdd774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a:extLst>
            <a:ext uri="{FF2B5EF4-FFF2-40B4-BE49-F238E27FC236}">
              <a16:creationId xmlns:a16="http://schemas.microsoft.com/office/drawing/2014/main" id="{6582EC28-7FB5-42B7-A411-4C29F769F44B}"/>
            </a:ext>
          </a:extLst>
        </p:cNvPr>
        <p:cNvGrpSpPr/>
        <p:nvPr/>
      </p:nvGrpSpPr>
      <p:grpSpPr>
        <a:xfrm>
          <a:off x="0" y="0"/>
          <a:ext cx="0" cy="0"/>
          <a:chOff x="0" y="0"/>
          <a:chExt cx="0" cy="0"/>
        </a:xfrm>
      </p:grpSpPr>
      <p:sp>
        <p:nvSpPr>
          <p:cNvPr id="404" name="Google Shape;404;g26692cdd774_5_0:notes">
            <a:extLst>
              <a:ext uri="{FF2B5EF4-FFF2-40B4-BE49-F238E27FC236}">
                <a16:creationId xmlns:a16="http://schemas.microsoft.com/office/drawing/2014/main" id="{6E79CCD1-EE63-F92C-EE8A-0D6C5A3FAA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26692cdd774_5_0:notes">
            <a:extLst>
              <a:ext uri="{FF2B5EF4-FFF2-40B4-BE49-F238E27FC236}">
                <a16:creationId xmlns:a16="http://schemas.microsoft.com/office/drawing/2014/main" id="{C485D004-B9A6-C03B-257F-8E34A19F70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7113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a:extLst>
            <a:ext uri="{FF2B5EF4-FFF2-40B4-BE49-F238E27FC236}">
              <a16:creationId xmlns:a16="http://schemas.microsoft.com/office/drawing/2014/main" id="{DDA40E2B-F9CC-F2EC-FA4C-C3943CA1FB7F}"/>
            </a:ext>
          </a:extLst>
        </p:cNvPr>
        <p:cNvGrpSpPr/>
        <p:nvPr/>
      </p:nvGrpSpPr>
      <p:grpSpPr>
        <a:xfrm>
          <a:off x="0" y="0"/>
          <a:ext cx="0" cy="0"/>
          <a:chOff x="0" y="0"/>
          <a:chExt cx="0" cy="0"/>
        </a:xfrm>
      </p:grpSpPr>
      <p:sp>
        <p:nvSpPr>
          <p:cNvPr id="457" name="Google Shape;457;g26692cdd774_5_25:notes">
            <a:extLst>
              <a:ext uri="{FF2B5EF4-FFF2-40B4-BE49-F238E27FC236}">
                <a16:creationId xmlns:a16="http://schemas.microsoft.com/office/drawing/2014/main" id="{CC7EC395-9192-49A3-1912-FA20870DDD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26692cdd774_5_25:notes">
            <a:extLst>
              <a:ext uri="{FF2B5EF4-FFF2-40B4-BE49-F238E27FC236}">
                <a16:creationId xmlns:a16="http://schemas.microsoft.com/office/drawing/2014/main" id="{0C04C072-7F52-1AB5-1539-E0045532C9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40634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2"/>
        <p:cNvGrpSpPr/>
        <p:nvPr/>
      </p:nvGrpSpPr>
      <p:grpSpPr>
        <a:xfrm>
          <a:off x="0" y="0"/>
          <a:ext cx="0" cy="0"/>
          <a:chOff x="0" y="0"/>
          <a:chExt cx="0" cy="0"/>
        </a:xfrm>
      </p:grpSpPr>
      <p:grpSp>
        <p:nvGrpSpPr>
          <p:cNvPr id="43" name="Google Shape;43;p4"/>
          <p:cNvGrpSpPr/>
          <p:nvPr/>
        </p:nvGrpSpPr>
        <p:grpSpPr>
          <a:xfrm>
            <a:off x="-5" y="0"/>
            <a:ext cx="9144001" cy="5143500"/>
            <a:chOff x="-5" y="0"/>
            <a:chExt cx="9144001" cy="5143500"/>
          </a:xfrm>
        </p:grpSpPr>
        <p:pic>
          <p:nvPicPr>
            <p:cNvPr id="44" name="Google Shape;44;p4"/>
            <p:cNvPicPr preferRelativeResize="0"/>
            <p:nvPr/>
          </p:nvPicPr>
          <p:blipFill>
            <a:blip r:embed="rId2">
              <a:alphaModFix/>
            </a:blip>
            <a:stretch>
              <a:fillRect/>
            </a:stretch>
          </p:blipFill>
          <p:spPr>
            <a:xfrm>
              <a:off x="5687120" y="4736700"/>
              <a:ext cx="3456876" cy="406800"/>
            </a:xfrm>
            <a:prstGeom prst="rect">
              <a:avLst/>
            </a:prstGeom>
            <a:noFill/>
            <a:ln>
              <a:noFill/>
            </a:ln>
          </p:spPr>
        </p:pic>
        <p:pic>
          <p:nvPicPr>
            <p:cNvPr id="45" name="Google Shape;45;p4"/>
            <p:cNvPicPr preferRelativeResize="0"/>
            <p:nvPr/>
          </p:nvPicPr>
          <p:blipFill>
            <a:blip r:embed="rId2">
              <a:alphaModFix/>
            </a:blip>
            <a:stretch>
              <a:fillRect/>
            </a:stretch>
          </p:blipFill>
          <p:spPr>
            <a:xfrm rot="10800000">
              <a:off x="-5" y="0"/>
              <a:ext cx="3456876" cy="406800"/>
            </a:xfrm>
            <a:prstGeom prst="rect">
              <a:avLst/>
            </a:prstGeom>
            <a:noFill/>
            <a:ln>
              <a:noFill/>
            </a:ln>
          </p:spPr>
        </p:pic>
      </p:grpSp>
      <p:grpSp>
        <p:nvGrpSpPr>
          <p:cNvPr id="46" name="Google Shape;46;p4"/>
          <p:cNvGrpSpPr/>
          <p:nvPr/>
        </p:nvGrpSpPr>
        <p:grpSpPr>
          <a:xfrm>
            <a:off x="8956195" y="290917"/>
            <a:ext cx="187800" cy="1067870"/>
            <a:chOff x="-5" y="3478129"/>
            <a:chExt cx="187800" cy="1067870"/>
          </a:xfrm>
        </p:grpSpPr>
        <p:sp>
          <p:nvSpPr>
            <p:cNvPr id="47" name="Google Shape;47;p4"/>
            <p:cNvSpPr/>
            <p:nvPr/>
          </p:nvSpPr>
          <p:spPr>
            <a:xfrm rot="5400000">
              <a:off x="-45905" y="3524029"/>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8" name="Google Shape;48;p4"/>
            <p:cNvSpPr/>
            <p:nvPr/>
          </p:nvSpPr>
          <p:spPr>
            <a:xfrm rot="5400000">
              <a:off x="-45905" y="3918165"/>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9" name="Google Shape;49;p4"/>
            <p:cNvSpPr/>
            <p:nvPr/>
          </p:nvSpPr>
          <p:spPr>
            <a:xfrm rot="5400000">
              <a:off x="-45905" y="4312300"/>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50" name="Google Shape;50;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1" name="Google Shape;51;p4"/>
          <p:cNvSpPr txBox="1">
            <a:spLocks noGrp="1"/>
          </p:cNvSpPr>
          <p:nvPr>
            <p:ph type="body" idx="1"/>
          </p:nvPr>
        </p:nvSpPr>
        <p:spPr>
          <a:xfrm>
            <a:off x="720000" y="1139551"/>
            <a:ext cx="7704000" cy="3201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1"/>
        <p:cNvGrpSpPr/>
        <p:nvPr/>
      </p:nvGrpSpPr>
      <p:grpSpPr>
        <a:xfrm>
          <a:off x="0" y="0"/>
          <a:ext cx="0" cy="0"/>
          <a:chOff x="0" y="0"/>
          <a:chExt cx="0" cy="0"/>
        </a:xfrm>
      </p:grpSpPr>
      <p:pic>
        <p:nvPicPr>
          <p:cNvPr id="82" name="Google Shape;82;p7"/>
          <p:cNvPicPr preferRelativeResize="0"/>
          <p:nvPr/>
        </p:nvPicPr>
        <p:blipFill rotWithShape="1">
          <a:blip r:embed="rId2">
            <a:alphaModFix amt="25000"/>
          </a:blip>
          <a:srcRect t="8389" b="7207"/>
          <a:stretch/>
        </p:blipFill>
        <p:spPr>
          <a:xfrm>
            <a:off x="-1" y="0"/>
            <a:ext cx="9144003" cy="5143501"/>
          </a:xfrm>
          <a:prstGeom prst="rect">
            <a:avLst/>
          </a:prstGeom>
          <a:noFill/>
          <a:ln>
            <a:noFill/>
          </a:ln>
        </p:spPr>
      </p:pic>
      <p:sp>
        <p:nvSpPr>
          <p:cNvPr id="83" name="Google Shape;83;p7"/>
          <p:cNvSpPr txBox="1">
            <a:spLocks noGrp="1"/>
          </p:cNvSpPr>
          <p:nvPr>
            <p:ph type="title"/>
          </p:nvPr>
        </p:nvSpPr>
        <p:spPr>
          <a:xfrm>
            <a:off x="720000" y="445025"/>
            <a:ext cx="3543000" cy="1308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4" name="Google Shape;84;p7"/>
          <p:cNvSpPr txBox="1">
            <a:spLocks noGrp="1"/>
          </p:cNvSpPr>
          <p:nvPr>
            <p:ph type="subTitle" idx="1"/>
          </p:nvPr>
        </p:nvSpPr>
        <p:spPr>
          <a:xfrm>
            <a:off x="713225" y="1987050"/>
            <a:ext cx="3543000" cy="19089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Open Sans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grpSp>
        <p:nvGrpSpPr>
          <p:cNvPr id="85" name="Google Shape;85;p7"/>
          <p:cNvGrpSpPr/>
          <p:nvPr/>
        </p:nvGrpSpPr>
        <p:grpSpPr>
          <a:xfrm>
            <a:off x="-5" y="3536142"/>
            <a:ext cx="187800" cy="1067870"/>
            <a:chOff x="-5" y="3478129"/>
            <a:chExt cx="187800" cy="1067870"/>
          </a:xfrm>
        </p:grpSpPr>
        <p:sp>
          <p:nvSpPr>
            <p:cNvPr id="86" name="Google Shape;86;p7"/>
            <p:cNvSpPr/>
            <p:nvPr/>
          </p:nvSpPr>
          <p:spPr>
            <a:xfrm rot="5400000">
              <a:off x="-45905" y="3524029"/>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7" name="Google Shape;87;p7"/>
            <p:cNvSpPr/>
            <p:nvPr/>
          </p:nvSpPr>
          <p:spPr>
            <a:xfrm rot="5400000">
              <a:off x="-45905" y="3918165"/>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8" name="Google Shape;88;p7"/>
            <p:cNvSpPr/>
            <p:nvPr/>
          </p:nvSpPr>
          <p:spPr>
            <a:xfrm rot="5400000">
              <a:off x="-45905" y="4312300"/>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pic>
        <p:nvPicPr>
          <p:cNvPr id="89" name="Google Shape;89;p7"/>
          <p:cNvPicPr preferRelativeResize="0"/>
          <p:nvPr/>
        </p:nvPicPr>
        <p:blipFill>
          <a:blip r:embed="rId3">
            <a:alphaModFix/>
          </a:blip>
          <a:stretch>
            <a:fillRect/>
          </a:stretch>
        </p:blipFill>
        <p:spPr>
          <a:xfrm rot="10800000">
            <a:off x="4832202" y="3978675"/>
            <a:ext cx="4311798" cy="1164825"/>
          </a:xfrm>
          <a:prstGeom prst="rect">
            <a:avLst/>
          </a:prstGeom>
          <a:noFill/>
          <a:ln>
            <a:noFill/>
          </a:ln>
        </p:spPr>
      </p:pic>
      <p:sp>
        <p:nvSpPr>
          <p:cNvPr id="90" name="Google Shape;90;p7"/>
          <p:cNvSpPr>
            <a:spLocks noGrp="1"/>
          </p:cNvSpPr>
          <p:nvPr>
            <p:ph type="pic" idx="2"/>
          </p:nvPr>
        </p:nvSpPr>
        <p:spPr>
          <a:xfrm>
            <a:off x="5112650" y="0"/>
            <a:ext cx="3075900" cy="35754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3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BLANK_1_1_1_1_1_1_1">
    <p:bg>
      <p:bgPr>
        <a:solidFill>
          <a:schemeClr val="accent1"/>
        </a:solidFill>
        <a:effectLst/>
      </p:bgPr>
    </p:bg>
    <p:spTree>
      <p:nvGrpSpPr>
        <p:cNvPr id="1" name="Shape 132"/>
        <p:cNvGrpSpPr/>
        <p:nvPr/>
      </p:nvGrpSpPr>
      <p:grpSpPr>
        <a:xfrm>
          <a:off x="0" y="0"/>
          <a:ext cx="0" cy="0"/>
          <a:chOff x="0" y="0"/>
          <a:chExt cx="0" cy="0"/>
        </a:xfrm>
      </p:grpSpPr>
      <p:pic>
        <p:nvPicPr>
          <p:cNvPr id="133" name="Google Shape;133;p13"/>
          <p:cNvPicPr preferRelativeResize="0"/>
          <p:nvPr/>
        </p:nvPicPr>
        <p:blipFill rotWithShape="1">
          <a:blip r:embed="rId2">
            <a:alphaModFix amt="25000"/>
          </a:blip>
          <a:srcRect t="8389" b="7207"/>
          <a:stretch/>
        </p:blipFill>
        <p:spPr>
          <a:xfrm>
            <a:off x="-1" y="0"/>
            <a:ext cx="9144003" cy="5143501"/>
          </a:xfrm>
          <a:prstGeom prst="rect">
            <a:avLst/>
          </a:prstGeom>
          <a:noFill/>
          <a:ln>
            <a:noFill/>
          </a:ln>
        </p:spPr>
      </p:pic>
      <p:sp>
        <p:nvSpPr>
          <p:cNvPr id="134" name="Google Shape;134;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500"/>
              <a:buNone/>
              <a:defRPr>
                <a:solidFill>
                  <a:schemeClr val="dk1"/>
                </a:solidFill>
              </a:defRPr>
            </a:lvl2pPr>
            <a:lvl3pPr lvl="2" rtl="0">
              <a:spcBef>
                <a:spcPts val="0"/>
              </a:spcBef>
              <a:spcAft>
                <a:spcPts val="0"/>
              </a:spcAft>
              <a:buClr>
                <a:schemeClr val="dk1"/>
              </a:buClr>
              <a:buSzPts val="3500"/>
              <a:buNone/>
              <a:defRPr>
                <a:solidFill>
                  <a:schemeClr val="dk1"/>
                </a:solidFill>
              </a:defRPr>
            </a:lvl3pPr>
            <a:lvl4pPr lvl="3" rtl="0">
              <a:spcBef>
                <a:spcPts val="0"/>
              </a:spcBef>
              <a:spcAft>
                <a:spcPts val="0"/>
              </a:spcAft>
              <a:buClr>
                <a:schemeClr val="dk1"/>
              </a:buClr>
              <a:buSzPts val="3500"/>
              <a:buNone/>
              <a:defRPr>
                <a:solidFill>
                  <a:schemeClr val="dk1"/>
                </a:solidFill>
              </a:defRPr>
            </a:lvl4pPr>
            <a:lvl5pPr lvl="4" rtl="0">
              <a:spcBef>
                <a:spcPts val="0"/>
              </a:spcBef>
              <a:spcAft>
                <a:spcPts val="0"/>
              </a:spcAft>
              <a:buClr>
                <a:schemeClr val="dk1"/>
              </a:buClr>
              <a:buSzPts val="3500"/>
              <a:buNone/>
              <a:defRPr>
                <a:solidFill>
                  <a:schemeClr val="dk1"/>
                </a:solidFill>
              </a:defRPr>
            </a:lvl5pPr>
            <a:lvl6pPr lvl="5" rtl="0">
              <a:spcBef>
                <a:spcPts val="0"/>
              </a:spcBef>
              <a:spcAft>
                <a:spcPts val="0"/>
              </a:spcAft>
              <a:buClr>
                <a:schemeClr val="dk1"/>
              </a:buClr>
              <a:buSzPts val="3500"/>
              <a:buNone/>
              <a:defRPr>
                <a:solidFill>
                  <a:schemeClr val="dk1"/>
                </a:solidFill>
              </a:defRPr>
            </a:lvl6pPr>
            <a:lvl7pPr lvl="6" rtl="0">
              <a:spcBef>
                <a:spcPts val="0"/>
              </a:spcBef>
              <a:spcAft>
                <a:spcPts val="0"/>
              </a:spcAft>
              <a:buClr>
                <a:schemeClr val="dk1"/>
              </a:buClr>
              <a:buSzPts val="3500"/>
              <a:buNone/>
              <a:defRPr>
                <a:solidFill>
                  <a:schemeClr val="dk1"/>
                </a:solidFill>
              </a:defRPr>
            </a:lvl7pPr>
            <a:lvl8pPr lvl="7" rtl="0">
              <a:spcBef>
                <a:spcPts val="0"/>
              </a:spcBef>
              <a:spcAft>
                <a:spcPts val="0"/>
              </a:spcAft>
              <a:buClr>
                <a:schemeClr val="dk1"/>
              </a:buClr>
              <a:buSzPts val="3500"/>
              <a:buNone/>
              <a:defRPr>
                <a:solidFill>
                  <a:schemeClr val="dk1"/>
                </a:solidFill>
              </a:defRPr>
            </a:lvl8pPr>
            <a:lvl9pPr lvl="8" rtl="0">
              <a:spcBef>
                <a:spcPts val="0"/>
              </a:spcBef>
              <a:spcAft>
                <a:spcPts val="0"/>
              </a:spcAft>
              <a:buClr>
                <a:schemeClr val="dk1"/>
              </a:buClr>
              <a:buSzPts val="3500"/>
              <a:buNone/>
              <a:defRPr>
                <a:solidFill>
                  <a:schemeClr val="dk1"/>
                </a:solidFill>
              </a:defRPr>
            </a:lvl9pPr>
          </a:lstStyle>
          <a:p>
            <a:endParaRPr/>
          </a:p>
        </p:txBody>
      </p:sp>
      <p:sp>
        <p:nvSpPr>
          <p:cNvPr id="135" name="Google Shape;135;p13"/>
          <p:cNvSpPr txBox="1">
            <a:spLocks noGrp="1"/>
          </p:cNvSpPr>
          <p:nvPr>
            <p:ph type="title" idx="2" hasCustomPrompt="1"/>
          </p:nvPr>
        </p:nvSpPr>
        <p:spPr>
          <a:xfrm>
            <a:off x="4869375" y="1160100"/>
            <a:ext cx="1010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dk1"/>
              </a:buClr>
              <a:buSzPts val="3000"/>
              <a:buNone/>
              <a:defRPr sz="3000">
                <a:solidFill>
                  <a:schemeClr val="dk2"/>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r>
              <a:t>xx%</a:t>
            </a:r>
          </a:p>
        </p:txBody>
      </p:sp>
      <p:sp>
        <p:nvSpPr>
          <p:cNvPr id="136" name="Google Shape;136;p13"/>
          <p:cNvSpPr txBox="1">
            <a:spLocks noGrp="1"/>
          </p:cNvSpPr>
          <p:nvPr>
            <p:ph type="title" idx="3" hasCustomPrompt="1"/>
          </p:nvPr>
        </p:nvSpPr>
        <p:spPr>
          <a:xfrm>
            <a:off x="4869375" y="2376004"/>
            <a:ext cx="1010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dk1"/>
              </a:buClr>
              <a:buSzPts val="3000"/>
              <a:buNone/>
              <a:defRPr sz="3000">
                <a:solidFill>
                  <a:schemeClr val="dk2"/>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r>
              <a:t>xx%</a:t>
            </a:r>
          </a:p>
        </p:txBody>
      </p:sp>
      <p:sp>
        <p:nvSpPr>
          <p:cNvPr id="137" name="Google Shape;137;p13"/>
          <p:cNvSpPr txBox="1">
            <a:spLocks noGrp="1"/>
          </p:cNvSpPr>
          <p:nvPr>
            <p:ph type="title" idx="4" hasCustomPrompt="1"/>
          </p:nvPr>
        </p:nvSpPr>
        <p:spPr>
          <a:xfrm>
            <a:off x="4869375" y="3591900"/>
            <a:ext cx="1010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dk1"/>
              </a:buClr>
              <a:buSzPts val="3000"/>
              <a:buNone/>
              <a:defRPr sz="3000">
                <a:solidFill>
                  <a:schemeClr val="dk2"/>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r>
              <a:t>xx%</a:t>
            </a:r>
          </a:p>
        </p:txBody>
      </p:sp>
      <p:sp>
        <p:nvSpPr>
          <p:cNvPr id="138" name="Google Shape;138;p13"/>
          <p:cNvSpPr txBox="1">
            <a:spLocks noGrp="1"/>
          </p:cNvSpPr>
          <p:nvPr>
            <p:ph type="subTitle" idx="1"/>
          </p:nvPr>
        </p:nvSpPr>
        <p:spPr>
          <a:xfrm>
            <a:off x="4869375" y="1637717"/>
            <a:ext cx="3171300" cy="429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None/>
              <a:defRPr sz="2000" b="1">
                <a:solidFill>
                  <a:schemeClr val="dk1"/>
                </a:solidFill>
              </a:defRPr>
            </a:lvl1pPr>
            <a:lvl2pPr lvl="1" rtl="0">
              <a:lnSpc>
                <a:spcPct val="100000"/>
              </a:lnSpc>
              <a:spcBef>
                <a:spcPts val="0"/>
              </a:spcBef>
              <a:spcAft>
                <a:spcPts val="0"/>
              </a:spcAft>
              <a:buClr>
                <a:schemeClr val="dk1"/>
              </a:buClr>
              <a:buSzPts val="2400"/>
              <a:buNone/>
              <a:defRPr sz="2400">
                <a:solidFill>
                  <a:schemeClr val="dk1"/>
                </a:solidFill>
              </a:defRPr>
            </a:lvl2pPr>
            <a:lvl3pPr lvl="2" rtl="0">
              <a:lnSpc>
                <a:spcPct val="100000"/>
              </a:lnSpc>
              <a:spcBef>
                <a:spcPts val="0"/>
              </a:spcBef>
              <a:spcAft>
                <a:spcPts val="0"/>
              </a:spcAft>
              <a:buClr>
                <a:schemeClr val="dk1"/>
              </a:buClr>
              <a:buSzPts val="2400"/>
              <a:buNone/>
              <a:defRPr sz="2400">
                <a:solidFill>
                  <a:schemeClr val="dk1"/>
                </a:solidFill>
              </a:defRPr>
            </a:lvl3pPr>
            <a:lvl4pPr lvl="3" rtl="0">
              <a:lnSpc>
                <a:spcPct val="100000"/>
              </a:lnSpc>
              <a:spcBef>
                <a:spcPts val="0"/>
              </a:spcBef>
              <a:spcAft>
                <a:spcPts val="0"/>
              </a:spcAft>
              <a:buClr>
                <a:schemeClr val="dk1"/>
              </a:buClr>
              <a:buSzPts val="2400"/>
              <a:buNone/>
              <a:defRPr sz="2400">
                <a:solidFill>
                  <a:schemeClr val="dk1"/>
                </a:solidFill>
              </a:defRPr>
            </a:lvl4pPr>
            <a:lvl5pPr lvl="4" rtl="0">
              <a:lnSpc>
                <a:spcPct val="100000"/>
              </a:lnSpc>
              <a:spcBef>
                <a:spcPts val="0"/>
              </a:spcBef>
              <a:spcAft>
                <a:spcPts val="0"/>
              </a:spcAft>
              <a:buClr>
                <a:schemeClr val="dk1"/>
              </a:buClr>
              <a:buSzPts val="2400"/>
              <a:buNone/>
              <a:defRPr sz="2400">
                <a:solidFill>
                  <a:schemeClr val="dk1"/>
                </a:solidFill>
              </a:defRPr>
            </a:lvl5pPr>
            <a:lvl6pPr lvl="5" rtl="0">
              <a:lnSpc>
                <a:spcPct val="100000"/>
              </a:lnSpc>
              <a:spcBef>
                <a:spcPts val="0"/>
              </a:spcBef>
              <a:spcAft>
                <a:spcPts val="0"/>
              </a:spcAft>
              <a:buClr>
                <a:schemeClr val="dk1"/>
              </a:buClr>
              <a:buSzPts val="2400"/>
              <a:buNone/>
              <a:defRPr sz="2400">
                <a:solidFill>
                  <a:schemeClr val="dk1"/>
                </a:solidFill>
              </a:defRPr>
            </a:lvl6pPr>
            <a:lvl7pPr lvl="6" rtl="0">
              <a:lnSpc>
                <a:spcPct val="100000"/>
              </a:lnSpc>
              <a:spcBef>
                <a:spcPts val="0"/>
              </a:spcBef>
              <a:spcAft>
                <a:spcPts val="0"/>
              </a:spcAft>
              <a:buClr>
                <a:schemeClr val="dk1"/>
              </a:buClr>
              <a:buSzPts val="2400"/>
              <a:buNone/>
              <a:defRPr sz="2400">
                <a:solidFill>
                  <a:schemeClr val="dk1"/>
                </a:solidFill>
              </a:defRPr>
            </a:lvl7pPr>
            <a:lvl8pPr lvl="7" rtl="0">
              <a:lnSpc>
                <a:spcPct val="100000"/>
              </a:lnSpc>
              <a:spcBef>
                <a:spcPts val="0"/>
              </a:spcBef>
              <a:spcAft>
                <a:spcPts val="0"/>
              </a:spcAft>
              <a:buClr>
                <a:schemeClr val="dk1"/>
              </a:buClr>
              <a:buSzPts val="2400"/>
              <a:buNone/>
              <a:defRPr sz="2400">
                <a:solidFill>
                  <a:schemeClr val="dk1"/>
                </a:solidFill>
              </a:defRPr>
            </a:lvl8pPr>
            <a:lvl9pPr lvl="8" rtl="0">
              <a:lnSpc>
                <a:spcPct val="100000"/>
              </a:lnSpc>
              <a:spcBef>
                <a:spcPts val="0"/>
              </a:spcBef>
              <a:spcAft>
                <a:spcPts val="0"/>
              </a:spcAft>
              <a:buClr>
                <a:schemeClr val="dk1"/>
              </a:buClr>
              <a:buSzPts val="2400"/>
              <a:buNone/>
              <a:defRPr sz="2400">
                <a:solidFill>
                  <a:schemeClr val="dk1"/>
                </a:solidFill>
              </a:defRPr>
            </a:lvl9pPr>
          </a:lstStyle>
          <a:p>
            <a:endParaRPr/>
          </a:p>
        </p:txBody>
      </p:sp>
      <p:sp>
        <p:nvSpPr>
          <p:cNvPr id="139" name="Google Shape;139;p13"/>
          <p:cNvSpPr txBox="1">
            <a:spLocks noGrp="1"/>
          </p:cNvSpPr>
          <p:nvPr>
            <p:ph type="subTitle" idx="5"/>
          </p:nvPr>
        </p:nvSpPr>
        <p:spPr>
          <a:xfrm>
            <a:off x="4869375" y="2852297"/>
            <a:ext cx="3171300" cy="429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None/>
              <a:defRPr sz="2000" b="1">
                <a:solidFill>
                  <a:schemeClr val="dk1"/>
                </a:solidFill>
              </a:defRPr>
            </a:lvl1pPr>
            <a:lvl2pPr lvl="1" rtl="0">
              <a:lnSpc>
                <a:spcPct val="100000"/>
              </a:lnSpc>
              <a:spcBef>
                <a:spcPts val="0"/>
              </a:spcBef>
              <a:spcAft>
                <a:spcPts val="0"/>
              </a:spcAft>
              <a:buClr>
                <a:schemeClr val="dk1"/>
              </a:buClr>
              <a:buSzPts val="2400"/>
              <a:buNone/>
              <a:defRPr sz="2400">
                <a:solidFill>
                  <a:schemeClr val="dk1"/>
                </a:solidFill>
              </a:defRPr>
            </a:lvl2pPr>
            <a:lvl3pPr lvl="2" rtl="0">
              <a:lnSpc>
                <a:spcPct val="100000"/>
              </a:lnSpc>
              <a:spcBef>
                <a:spcPts val="0"/>
              </a:spcBef>
              <a:spcAft>
                <a:spcPts val="0"/>
              </a:spcAft>
              <a:buClr>
                <a:schemeClr val="dk1"/>
              </a:buClr>
              <a:buSzPts val="2400"/>
              <a:buNone/>
              <a:defRPr sz="2400">
                <a:solidFill>
                  <a:schemeClr val="dk1"/>
                </a:solidFill>
              </a:defRPr>
            </a:lvl3pPr>
            <a:lvl4pPr lvl="3" rtl="0">
              <a:lnSpc>
                <a:spcPct val="100000"/>
              </a:lnSpc>
              <a:spcBef>
                <a:spcPts val="0"/>
              </a:spcBef>
              <a:spcAft>
                <a:spcPts val="0"/>
              </a:spcAft>
              <a:buClr>
                <a:schemeClr val="dk1"/>
              </a:buClr>
              <a:buSzPts val="2400"/>
              <a:buNone/>
              <a:defRPr sz="2400">
                <a:solidFill>
                  <a:schemeClr val="dk1"/>
                </a:solidFill>
              </a:defRPr>
            </a:lvl4pPr>
            <a:lvl5pPr lvl="4" rtl="0">
              <a:lnSpc>
                <a:spcPct val="100000"/>
              </a:lnSpc>
              <a:spcBef>
                <a:spcPts val="0"/>
              </a:spcBef>
              <a:spcAft>
                <a:spcPts val="0"/>
              </a:spcAft>
              <a:buClr>
                <a:schemeClr val="dk1"/>
              </a:buClr>
              <a:buSzPts val="2400"/>
              <a:buNone/>
              <a:defRPr sz="2400">
                <a:solidFill>
                  <a:schemeClr val="dk1"/>
                </a:solidFill>
              </a:defRPr>
            </a:lvl5pPr>
            <a:lvl6pPr lvl="5" rtl="0">
              <a:lnSpc>
                <a:spcPct val="100000"/>
              </a:lnSpc>
              <a:spcBef>
                <a:spcPts val="0"/>
              </a:spcBef>
              <a:spcAft>
                <a:spcPts val="0"/>
              </a:spcAft>
              <a:buClr>
                <a:schemeClr val="dk1"/>
              </a:buClr>
              <a:buSzPts val="2400"/>
              <a:buNone/>
              <a:defRPr sz="2400">
                <a:solidFill>
                  <a:schemeClr val="dk1"/>
                </a:solidFill>
              </a:defRPr>
            </a:lvl6pPr>
            <a:lvl7pPr lvl="6" rtl="0">
              <a:lnSpc>
                <a:spcPct val="100000"/>
              </a:lnSpc>
              <a:spcBef>
                <a:spcPts val="0"/>
              </a:spcBef>
              <a:spcAft>
                <a:spcPts val="0"/>
              </a:spcAft>
              <a:buClr>
                <a:schemeClr val="dk1"/>
              </a:buClr>
              <a:buSzPts val="2400"/>
              <a:buNone/>
              <a:defRPr sz="2400">
                <a:solidFill>
                  <a:schemeClr val="dk1"/>
                </a:solidFill>
              </a:defRPr>
            </a:lvl7pPr>
            <a:lvl8pPr lvl="7" rtl="0">
              <a:lnSpc>
                <a:spcPct val="100000"/>
              </a:lnSpc>
              <a:spcBef>
                <a:spcPts val="0"/>
              </a:spcBef>
              <a:spcAft>
                <a:spcPts val="0"/>
              </a:spcAft>
              <a:buClr>
                <a:schemeClr val="dk1"/>
              </a:buClr>
              <a:buSzPts val="2400"/>
              <a:buNone/>
              <a:defRPr sz="2400">
                <a:solidFill>
                  <a:schemeClr val="dk1"/>
                </a:solidFill>
              </a:defRPr>
            </a:lvl8pPr>
            <a:lvl9pPr lvl="8" rtl="0">
              <a:lnSpc>
                <a:spcPct val="100000"/>
              </a:lnSpc>
              <a:spcBef>
                <a:spcPts val="0"/>
              </a:spcBef>
              <a:spcAft>
                <a:spcPts val="0"/>
              </a:spcAft>
              <a:buClr>
                <a:schemeClr val="dk1"/>
              </a:buClr>
              <a:buSzPts val="2400"/>
              <a:buNone/>
              <a:defRPr sz="2400">
                <a:solidFill>
                  <a:schemeClr val="dk1"/>
                </a:solidFill>
              </a:defRPr>
            </a:lvl9pPr>
          </a:lstStyle>
          <a:p>
            <a:endParaRPr/>
          </a:p>
        </p:txBody>
      </p:sp>
      <p:sp>
        <p:nvSpPr>
          <p:cNvPr id="140" name="Google Shape;140;p13"/>
          <p:cNvSpPr txBox="1">
            <a:spLocks noGrp="1"/>
          </p:cNvSpPr>
          <p:nvPr>
            <p:ph type="subTitle" idx="6"/>
          </p:nvPr>
        </p:nvSpPr>
        <p:spPr>
          <a:xfrm>
            <a:off x="4869375" y="4068606"/>
            <a:ext cx="3171300" cy="429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None/>
              <a:defRPr sz="2000" b="1">
                <a:solidFill>
                  <a:schemeClr val="dk1"/>
                </a:solidFill>
              </a:defRPr>
            </a:lvl1pPr>
            <a:lvl2pPr lvl="1" rtl="0">
              <a:lnSpc>
                <a:spcPct val="100000"/>
              </a:lnSpc>
              <a:spcBef>
                <a:spcPts val="0"/>
              </a:spcBef>
              <a:spcAft>
                <a:spcPts val="0"/>
              </a:spcAft>
              <a:buClr>
                <a:schemeClr val="dk1"/>
              </a:buClr>
              <a:buSzPts val="2400"/>
              <a:buNone/>
              <a:defRPr sz="2400">
                <a:solidFill>
                  <a:schemeClr val="dk1"/>
                </a:solidFill>
              </a:defRPr>
            </a:lvl2pPr>
            <a:lvl3pPr lvl="2" rtl="0">
              <a:lnSpc>
                <a:spcPct val="100000"/>
              </a:lnSpc>
              <a:spcBef>
                <a:spcPts val="0"/>
              </a:spcBef>
              <a:spcAft>
                <a:spcPts val="0"/>
              </a:spcAft>
              <a:buClr>
                <a:schemeClr val="dk1"/>
              </a:buClr>
              <a:buSzPts val="2400"/>
              <a:buNone/>
              <a:defRPr sz="2400">
                <a:solidFill>
                  <a:schemeClr val="dk1"/>
                </a:solidFill>
              </a:defRPr>
            </a:lvl3pPr>
            <a:lvl4pPr lvl="3" rtl="0">
              <a:lnSpc>
                <a:spcPct val="100000"/>
              </a:lnSpc>
              <a:spcBef>
                <a:spcPts val="0"/>
              </a:spcBef>
              <a:spcAft>
                <a:spcPts val="0"/>
              </a:spcAft>
              <a:buClr>
                <a:schemeClr val="dk1"/>
              </a:buClr>
              <a:buSzPts val="2400"/>
              <a:buNone/>
              <a:defRPr sz="2400">
                <a:solidFill>
                  <a:schemeClr val="dk1"/>
                </a:solidFill>
              </a:defRPr>
            </a:lvl4pPr>
            <a:lvl5pPr lvl="4" rtl="0">
              <a:lnSpc>
                <a:spcPct val="100000"/>
              </a:lnSpc>
              <a:spcBef>
                <a:spcPts val="0"/>
              </a:spcBef>
              <a:spcAft>
                <a:spcPts val="0"/>
              </a:spcAft>
              <a:buClr>
                <a:schemeClr val="dk1"/>
              </a:buClr>
              <a:buSzPts val="2400"/>
              <a:buNone/>
              <a:defRPr sz="2400">
                <a:solidFill>
                  <a:schemeClr val="dk1"/>
                </a:solidFill>
              </a:defRPr>
            </a:lvl5pPr>
            <a:lvl6pPr lvl="5" rtl="0">
              <a:lnSpc>
                <a:spcPct val="100000"/>
              </a:lnSpc>
              <a:spcBef>
                <a:spcPts val="0"/>
              </a:spcBef>
              <a:spcAft>
                <a:spcPts val="0"/>
              </a:spcAft>
              <a:buClr>
                <a:schemeClr val="dk1"/>
              </a:buClr>
              <a:buSzPts val="2400"/>
              <a:buNone/>
              <a:defRPr sz="2400">
                <a:solidFill>
                  <a:schemeClr val="dk1"/>
                </a:solidFill>
              </a:defRPr>
            </a:lvl6pPr>
            <a:lvl7pPr lvl="6" rtl="0">
              <a:lnSpc>
                <a:spcPct val="100000"/>
              </a:lnSpc>
              <a:spcBef>
                <a:spcPts val="0"/>
              </a:spcBef>
              <a:spcAft>
                <a:spcPts val="0"/>
              </a:spcAft>
              <a:buClr>
                <a:schemeClr val="dk1"/>
              </a:buClr>
              <a:buSzPts val="2400"/>
              <a:buNone/>
              <a:defRPr sz="2400">
                <a:solidFill>
                  <a:schemeClr val="dk1"/>
                </a:solidFill>
              </a:defRPr>
            </a:lvl7pPr>
            <a:lvl8pPr lvl="7" rtl="0">
              <a:lnSpc>
                <a:spcPct val="100000"/>
              </a:lnSpc>
              <a:spcBef>
                <a:spcPts val="0"/>
              </a:spcBef>
              <a:spcAft>
                <a:spcPts val="0"/>
              </a:spcAft>
              <a:buClr>
                <a:schemeClr val="dk1"/>
              </a:buClr>
              <a:buSzPts val="2400"/>
              <a:buNone/>
              <a:defRPr sz="2400">
                <a:solidFill>
                  <a:schemeClr val="dk1"/>
                </a:solidFill>
              </a:defRPr>
            </a:lvl8pPr>
            <a:lvl9pPr lvl="8" rtl="0">
              <a:lnSpc>
                <a:spcPct val="100000"/>
              </a:lnSpc>
              <a:spcBef>
                <a:spcPts val="0"/>
              </a:spcBef>
              <a:spcAft>
                <a:spcPts val="0"/>
              </a:spcAft>
              <a:buClr>
                <a:schemeClr val="dk1"/>
              </a:buClr>
              <a:buSzPts val="2400"/>
              <a:buNone/>
              <a:defRPr sz="2400">
                <a:solidFill>
                  <a:schemeClr val="dk1"/>
                </a:solidFill>
              </a:defRPr>
            </a:lvl9pPr>
          </a:lstStyle>
          <a:p>
            <a:endParaRPr/>
          </a:p>
        </p:txBody>
      </p:sp>
      <p:sp>
        <p:nvSpPr>
          <p:cNvPr id="141" name="Google Shape;141;p13"/>
          <p:cNvSpPr>
            <a:spLocks noGrp="1"/>
          </p:cNvSpPr>
          <p:nvPr>
            <p:ph type="pic" idx="7"/>
          </p:nvPr>
        </p:nvSpPr>
        <p:spPr>
          <a:xfrm>
            <a:off x="1047625" y="1568150"/>
            <a:ext cx="3075900" cy="3575400"/>
          </a:xfrm>
          <a:prstGeom prst="rect">
            <a:avLst/>
          </a:prstGeom>
          <a:noFill/>
          <a:ln>
            <a:noFill/>
          </a:ln>
        </p:spPr>
      </p:sp>
      <p:pic>
        <p:nvPicPr>
          <p:cNvPr id="142" name="Google Shape;142;p13"/>
          <p:cNvPicPr preferRelativeResize="0"/>
          <p:nvPr/>
        </p:nvPicPr>
        <p:blipFill>
          <a:blip r:embed="rId3">
            <a:alphaModFix/>
          </a:blip>
          <a:stretch>
            <a:fillRect/>
          </a:stretch>
        </p:blipFill>
        <p:spPr>
          <a:xfrm flipH="1">
            <a:off x="6650099" y="0"/>
            <a:ext cx="2493901" cy="673725"/>
          </a:xfrm>
          <a:prstGeom prst="rect">
            <a:avLst/>
          </a:prstGeom>
          <a:noFill/>
          <a:ln>
            <a:noFill/>
          </a:ln>
        </p:spPr>
      </p:pic>
      <p:grpSp>
        <p:nvGrpSpPr>
          <p:cNvPr id="143" name="Google Shape;143;p13"/>
          <p:cNvGrpSpPr/>
          <p:nvPr/>
        </p:nvGrpSpPr>
        <p:grpSpPr>
          <a:xfrm>
            <a:off x="-5" y="3478129"/>
            <a:ext cx="187800" cy="1067870"/>
            <a:chOff x="-5" y="3478129"/>
            <a:chExt cx="187800" cy="1067870"/>
          </a:xfrm>
        </p:grpSpPr>
        <p:sp>
          <p:nvSpPr>
            <p:cNvPr id="144" name="Google Shape;144;p13"/>
            <p:cNvSpPr/>
            <p:nvPr/>
          </p:nvSpPr>
          <p:spPr>
            <a:xfrm rot="5400000">
              <a:off x="-45905" y="3524029"/>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5" name="Google Shape;145;p13"/>
            <p:cNvSpPr/>
            <p:nvPr/>
          </p:nvSpPr>
          <p:spPr>
            <a:xfrm rot="5400000">
              <a:off x="-45905" y="3918165"/>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6" name="Google Shape;146;p13"/>
            <p:cNvSpPr/>
            <p:nvPr/>
          </p:nvSpPr>
          <p:spPr>
            <a:xfrm rot="5400000">
              <a:off x="-45905" y="4312300"/>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74"/>
        <p:cNvGrpSpPr/>
        <p:nvPr/>
      </p:nvGrpSpPr>
      <p:grpSpPr>
        <a:xfrm>
          <a:off x="0" y="0"/>
          <a:ext cx="0" cy="0"/>
          <a:chOff x="0" y="0"/>
          <a:chExt cx="0" cy="0"/>
        </a:xfrm>
      </p:grpSpPr>
      <p:pic>
        <p:nvPicPr>
          <p:cNvPr id="275" name="Google Shape;275;p26"/>
          <p:cNvPicPr preferRelativeResize="0"/>
          <p:nvPr/>
        </p:nvPicPr>
        <p:blipFill rotWithShape="1">
          <a:blip r:embed="rId2">
            <a:alphaModFix amt="25000"/>
          </a:blip>
          <a:srcRect t="8389" b="7207"/>
          <a:stretch/>
        </p:blipFill>
        <p:spPr>
          <a:xfrm>
            <a:off x="-1" y="0"/>
            <a:ext cx="9144003" cy="5143501"/>
          </a:xfrm>
          <a:prstGeom prst="rect">
            <a:avLst/>
          </a:prstGeom>
          <a:noFill/>
          <a:ln>
            <a:noFill/>
          </a:ln>
        </p:spPr>
      </p:pic>
      <p:sp>
        <p:nvSpPr>
          <p:cNvPr id="276" name="Google Shape;276;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7" name="Google Shape;277;p26"/>
          <p:cNvSpPr txBox="1">
            <a:spLocks noGrp="1"/>
          </p:cNvSpPr>
          <p:nvPr>
            <p:ph type="subTitle" idx="1"/>
          </p:nvPr>
        </p:nvSpPr>
        <p:spPr>
          <a:xfrm>
            <a:off x="1514240" y="18251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8" name="Google Shape;278;p26"/>
          <p:cNvSpPr txBox="1">
            <a:spLocks noGrp="1"/>
          </p:cNvSpPr>
          <p:nvPr>
            <p:ph type="subTitle" idx="2"/>
          </p:nvPr>
        </p:nvSpPr>
        <p:spPr>
          <a:xfrm>
            <a:off x="5525541" y="18251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9" name="Google Shape;279;p26"/>
          <p:cNvSpPr txBox="1">
            <a:spLocks noGrp="1"/>
          </p:cNvSpPr>
          <p:nvPr>
            <p:ph type="subTitle" idx="3"/>
          </p:nvPr>
        </p:nvSpPr>
        <p:spPr>
          <a:xfrm>
            <a:off x="1514240" y="3645175"/>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0" name="Google Shape;280;p26"/>
          <p:cNvSpPr txBox="1">
            <a:spLocks noGrp="1"/>
          </p:cNvSpPr>
          <p:nvPr>
            <p:ph type="subTitle" idx="4"/>
          </p:nvPr>
        </p:nvSpPr>
        <p:spPr>
          <a:xfrm>
            <a:off x="5525541" y="3645175"/>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1" name="Google Shape;281;p26"/>
          <p:cNvSpPr txBox="1">
            <a:spLocks noGrp="1"/>
          </p:cNvSpPr>
          <p:nvPr>
            <p:ph type="subTitle" idx="5"/>
          </p:nvPr>
        </p:nvSpPr>
        <p:spPr>
          <a:xfrm>
            <a:off x="1514239" y="1455550"/>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000" b="1">
                <a:solidFill>
                  <a:schemeClr val="dk1"/>
                </a:solidFill>
                <a:latin typeface="Raleway"/>
                <a:ea typeface="Raleway"/>
                <a:cs typeface="Raleway"/>
                <a:sym typeface="Raleway"/>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282" name="Google Shape;282;p26"/>
          <p:cNvSpPr txBox="1">
            <a:spLocks noGrp="1"/>
          </p:cNvSpPr>
          <p:nvPr>
            <p:ph type="subTitle" idx="6"/>
          </p:nvPr>
        </p:nvSpPr>
        <p:spPr>
          <a:xfrm>
            <a:off x="1514239" y="3275700"/>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000" b="1">
                <a:solidFill>
                  <a:schemeClr val="dk1"/>
                </a:solidFill>
                <a:latin typeface="Raleway"/>
                <a:ea typeface="Raleway"/>
                <a:cs typeface="Raleway"/>
                <a:sym typeface="Raleway"/>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283" name="Google Shape;283;p26"/>
          <p:cNvSpPr txBox="1">
            <a:spLocks noGrp="1"/>
          </p:cNvSpPr>
          <p:nvPr>
            <p:ph type="subTitle" idx="7"/>
          </p:nvPr>
        </p:nvSpPr>
        <p:spPr>
          <a:xfrm>
            <a:off x="5525515" y="1455550"/>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000" b="1">
                <a:solidFill>
                  <a:schemeClr val="dk1"/>
                </a:solidFill>
                <a:latin typeface="Raleway"/>
                <a:ea typeface="Raleway"/>
                <a:cs typeface="Raleway"/>
                <a:sym typeface="Raleway"/>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284" name="Google Shape;284;p26"/>
          <p:cNvSpPr txBox="1">
            <a:spLocks noGrp="1"/>
          </p:cNvSpPr>
          <p:nvPr>
            <p:ph type="subTitle" idx="8"/>
          </p:nvPr>
        </p:nvSpPr>
        <p:spPr>
          <a:xfrm>
            <a:off x="5525515" y="3275700"/>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000" b="1">
                <a:solidFill>
                  <a:schemeClr val="dk1"/>
                </a:solidFill>
                <a:latin typeface="Raleway"/>
                <a:ea typeface="Raleway"/>
                <a:cs typeface="Raleway"/>
                <a:sym typeface="Raleway"/>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grpSp>
        <p:nvGrpSpPr>
          <p:cNvPr id="285" name="Google Shape;285;p26"/>
          <p:cNvGrpSpPr/>
          <p:nvPr/>
        </p:nvGrpSpPr>
        <p:grpSpPr>
          <a:xfrm>
            <a:off x="0" y="2"/>
            <a:ext cx="9157882" cy="5143497"/>
            <a:chOff x="0" y="2"/>
            <a:chExt cx="9157882" cy="5143497"/>
          </a:xfrm>
        </p:grpSpPr>
        <p:pic>
          <p:nvPicPr>
            <p:cNvPr id="286" name="Google Shape;286;p26"/>
            <p:cNvPicPr preferRelativeResize="0"/>
            <p:nvPr/>
          </p:nvPicPr>
          <p:blipFill>
            <a:blip r:embed="rId3">
              <a:alphaModFix/>
            </a:blip>
            <a:stretch>
              <a:fillRect/>
            </a:stretch>
          </p:blipFill>
          <p:spPr>
            <a:xfrm rot="5400000" flipH="1">
              <a:off x="-1445099" y="1445101"/>
              <a:ext cx="3275674" cy="385475"/>
            </a:xfrm>
            <a:prstGeom prst="rect">
              <a:avLst/>
            </a:prstGeom>
            <a:noFill/>
            <a:ln>
              <a:noFill/>
            </a:ln>
          </p:spPr>
        </p:pic>
        <p:pic>
          <p:nvPicPr>
            <p:cNvPr id="287" name="Google Shape;287;p26"/>
            <p:cNvPicPr preferRelativeResize="0"/>
            <p:nvPr/>
          </p:nvPicPr>
          <p:blipFill>
            <a:blip r:embed="rId3">
              <a:alphaModFix/>
            </a:blip>
            <a:stretch>
              <a:fillRect/>
            </a:stretch>
          </p:blipFill>
          <p:spPr>
            <a:xfrm rot="-5400000" flipH="1">
              <a:off x="7432470" y="3418087"/>
              <a:ext cx="3087498" cy="363325"/>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31"/>
        <p:cNvGrpSpPr/>
        <p:nvPr/>
      </p:nvGrpSpPr>
      <p:grpSpPr>
        <a:xfrm>
          <a:off x="0" y="0"/>
          <a:ext cx="0" cy="0"/>
          <a:chOff x="0" y="0"/>
          <a:chExt cx="0" cy="0"/>
        </a:xfrm>
      </p:grpSpPr>
      <p:pic>
        <p:nvPicPr>
          <p:cNvPr id="332" name="Google Shape;332;p30"/>
          <p:cNvPicPr preferRelativeResize="0"/>
          <p:nvPr/>
        </p:nvPicPr>
        <p:blipFill rotWithShape="1">
          <a:blip r:embed="rId2">
            <a:alphaModFix amt="25000"/>
          </a:blip>
          <a:srcRect t="8389" b="7207"/>
          <a:stretch/>
        </p:blipFill>
        <p:spPr>
          <a:xfrm>
            <a:off x="-1" y="0"/>
            <a:ext cx="9144003" cy="5143501"/>
          </a:xfrm>
          <a:prstGeom prst="rect">
            <a:avLst/>
          </a:prstGeom>
          <a:noFill/>
          <a:ln>
            <a:noFill/>
          </a:ln>
        </p:spPr>
      </p:pic>
      <p:pic>
        <p:nvPicPr>
          <p:cNvPr id="333" name="Google Shape;333;p30"/>
          <p:cNvPicPr preferRelativeResize="0"/>
          <p:nvPr/>
        </p:nvPicPr>
        <p:blipFill>
          <a:blip r:embed="rId3">
            <a:alphaModFix/>
          </a:blip>
          <a:stretch>
            <a:fillRect/>
          </a:stretch>
        </p:blipFill>
        <p:spPr>
          <a:xfrm rot="10800000">
            <a:off x="2" y="0"/>
            <a:ext cx="3311073" cy="389650"/>
          </a:xfrm>
          <a:prstGeom prst="rect">
            <a:avLst/>
          </a:prstGeom>
          <a:noFill/>
          <a:ln>
            <a:noFill/>
          </a:ln>
        </p:spPr>
      </p:pic>
      <p:grpSp>
        <p:nvGrpSpPr>
          <p:cNvPr id="334" name="Google Shape;334;p30"/>
          <p:cNvGrpSpPr/>
          <p:nvPr/>
        </p:nvGrpSpPr>
        <p:grpSpPr>
          <a:xfrm>
            <a:off x="-5" y="3455067"/>
            <a:ext cx="187800" cy="1067870"/>
            <a:chOff x="-5" y="3478129"/>
            <a:chExt cx="187800" cy="1067870"/>
          </a:xfrm>
        </p:grpSpPr>
        <p:sp>
          <p:nvSpPr>
            <p:cNvPr id="335" name="Google Shape;335;p30"/>
            <p:cNvSpPr/>
            <p:nvPr/>
          </p:nvSpPr>
          <p:spPr>
            <a:xfrm rot="5400000">
              <a:off x="-45905" y="3524029"/>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36" name="Google Shape;336;p30"/>
            <p:cNvSpPr/>
            <p:nvPr/>
          </p:nvSpPr>
          <p:spPr>
            <a:xfrm rot="5400000">
              <a:off x="-45905" y="3918165"/>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37" name="Google Shape;337;p30"/>
            <p:cNvSpPr/>
            <p:nvPr/>
          </p:nvSpPr>
          <p:spPr>
            <a:xfrm rot="5400000">
              <a:off x="-45905" y="4312300"/>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38"/>
        <p:cNvGrpSpPr/>
        <p:nvPr/>
      </p:nvGrpSpPr>
      <p:grpSpPr>
        <a:xfrm>
          <a:off x="0" y="0"/>
          <a:ext cx="0" cy="0"/>
          <a:chOff x="0" y="0"/>
          <a:chExt cx="0" cy="0"/>
        </a:xfrm>
      </p:grpSpPr>
      <p:pic>
        <p:nvPicPr>
          <p:cNvPr id="339" name="Google Shape;339;p31"/>
          <p:cNvPicPr preferRelativeResize="0"/>
          <p:nvPr/>
        </p:nvPicPr>
        <p:blipFill rotWithShape="1">
          <a:blip r:embed="rId2">
            <a:alphaModFix amt="25000"/>
          </a:blip>
          <a:srcRect t="8389" b="7207"/>
          <a:stretch/>
        </p:blipFill>
        <p:spPr>
          <a:xfrm>
            <a:off x="-1" y="0"/>
            <a:ext cx="9144003" cy="5143501"/>
          </a:xfrm>
          <a:prstGeom prst="rect">
            <a:avLst/>
          </a:prstGeom>
          <a:noFill/>
          <a:ln>
            <a:noFill/>
          </a:ln>
        </p:spPr>
      </p:pic>
      <p:pic>
        <p:nvPicPr>
          <p:cNvPr id="340" name="Google Shape;340;p31"/>
          <p:cNvPicPr preferRelativeResize="0"/>
          <p:nvPr/>
        </p:nvPicPr>
        <p:blipFill>
          <a:blip r:embed="rId3">
            <a:alphaModFix/>
          </a:blip>
          <a:stretch>
            <a:fillRect/>
          </a:stretch>
        </p:blipFill>
        <p:spPr>
          <a:xfrm rot="10800000">
            <a:off x="6611474" y="4459325"/>
            <a:ext cx="2532526" cy="684175"/>
          </a:xfrm>
          <a:prstGeom prst="rect">
            <a:avLst/>
          </a:prstGeom>
          <a:noFill/>
          <a:ln>
            <a:noFill/>
          </a:ln>
        </p:spPr>
      </p:pic>
      <p:grpSp>
        <p:nvGrpSpPr>
          <p:cNvPr id="341" name="Google Shape;341;p31"/>
          <p:cNvGrpSpPr/>
          <p:nvPr/>
        </p:nvGrpSpPr>
        <p:grpSpPr>
          <a:xfrm>
            <a:off x="8956195" y="191367"/>
            <a:ext cx="187800" cy="1067870"/>
            <a:chOff x="-5" y="3478129"/>
            <a:chExt cx="187800" cy="1067870"/>
          </a:xfrm>
        </p:grpSpPr>
        <p:sp>
          <p:nvSpPr>
            <p:cNvPr id="342" name="Google Shape;342;p31"/>
            <p:cNvSpPr/>
            <p:nvPr/>
          </p:nvSpPr>
          <p:spPr>
            <a:xfrm rot="5400000">
              <a:off x="-45905" y="3524029"/>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3" name="Google Shape;343;p31"/>
            <p:cNvSpPr/>
            <p:nvPr/>
          </p:nvSpPr>
          <p:spPr>
            <a:xfrm rot="5400000">
              <a:off x="-45905" y="3918165"/>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4" name="Google Shape;344;p31"/>
            <p:cNvSpPr/>
            <p:nvPr/>
          </p:nvSpPr>
          <p:spPr>
            <a:xfrm rot="5400000">
              <a:off x="-45905" y="4312300"/>
              <a:ext cx="279600" cy="187800"/>
            </a:xfrm>
            <a:prstGeom prst="parallelogram">
              <a:avLst>
                <a:gd name="adj" fmla="val 4517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2pPr>
            <a:lvl3pPr lvl="2"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3pPr>
            <a:lvl4pPr lvl="3"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4pPr>
            <a:lvl5pPr lvl="4"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5pPr>
            <a:lvl6pPr lvl="5"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6pPr>
            <a:lvl7pPr lvl="6"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7pPr>
            <a:lvl8pPr lvl="7"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8pPr>
            <a:lvl9pPr lvl="8"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1pPr>
            <a:lvl2pPr marL="914400" lvl="1"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2pPr>
            <a:lvl3pPr marL="1371600" lvl="2"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3pPr>
            <a:lvl4pPr marL="1828800" lvl="3"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4pPr>
            <a:lvl5pPr marL="2286000" lvl="4"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5pPr>
            <a:lvl6pPr marL="2743200" lvl="5"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6pPr>
            <a:lvl7pPr marL="3200400" lvl="6"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7pPr>
            <a:lvl8pPr marL="3657600" lvl="7"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8pPr>
            <a:lvl9pPr marL="4114800" lvl="8"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3" r:id="rId2"/>
    <p:sldLayoutId id="2147483658" r:id="rId3"/>
    <p:sldLayoutId id="2147483659" r:id="rId4"/>
    <p:sldLayoutId id="2147483672" r:id="rId5"/>
    <p:sldLayoutId id="2147483676" r:id="rId6"/>
    <p:sldLayoutId id="2147483677"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mailto:Cohndse242f-041@student.nibm.lk"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hyperlink" Target="mailto:Cohndse242f-042@student.nibm.l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9B5A94AB-9AFF-B060-52FA-7988015AEAD0}"/>
            </a:ext>
          </a:extLst>
        </p:cNvPr>
        <p:cNvGrpSpPr/>
        <p:nvPr/>
      </p:nvGrpSpPr>
      <p:grpSpPr>
        <a:xfrm>
          <a:off x="0" y="0"/>
          <a:ext cx="0" cy="0"/>
          <a:chOff x="0" y="0"/>
          <a:chExt cx="0" cy="0"/>
        </a:xfrm>
      </p:grpSpPr>
      <p:sp>
        <p:nvSpPr>
          <p:cNvPr id="355" name="Google Shape;355;p35"/>
          <p:cNvSpPr/>
          <p:nvPr/>
        </p:nvSpPr>
        <p:spPr>
          <a:xfrm>
            <a:off x="896414" y="1486922"/>
            <a:ext cx="2656500" cy="27309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6" name="Google Shape;356;p35"/>
          <p:cNvSpPr txBox="1">
            <a:spLocks/>
          </p:cNvSpPr>
          <p:nvPr/>
        </p:nvSpPr>
        <p:spPr>
          <a:xfrm>
            <a:off x="5531005" y="1680118"/>
            <a:ext cx="3033131" cy="121968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1pPr>
            <a:lvl2pPr marR="0" lvl="1" algn="l" rtl="0">
              <a:lnSpc>
                <a:spcPct val="100000"/>
              </a:lnSpc>
              <a:spcBef>
                <a:spcPts val="0"/>
              </a:spcBef>
              <a:spcAft>
                <a:spcPts val="0"/>
              </a:spcAft>
              <a:buClr>
                <a:schemeClr val="dk1"/>
              </a:buClr>
              <a:buSzPts val="3500"/>
              <a:buFont typeface="Sora"/>
              <a:buNone/>
              <a:defRPr sz="35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3500"/>
              <a:buFont typeface="Sora"/>
              <a:buNone/>
              <a:defRPr sz="35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3500"/>
              <a:buFont typeface="Sora"/>
              <a:buNone/>
              <a:defRPr sz="35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3500"/>
              <a:buFont typeface="Sora"/>
              <a:buNone/>
              <a:defRPr sz="35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3500"/>
              <a:buFont typeface="Sora"/>
              <a:buNone/>
              <a:defRPr sz="35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3500"/>
              <a:buFont typeface="Sora"/>
              <a:buNone/>
              <a:defRPr sz="35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3500"/>
              <a:buFont typeface="Sora"/>
              <a:buNone/>
              <a:defRPr sz="35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3500"/>
              <a:buFont typeface="Sora"/>
              <a:buNone/>
              <a:defRPr sz="3500" b="1" i="0" u="none" strike="noStrike" cap="none">
                <a:solidFill>
                  <a:schemeClr val="dk1"/>
                </a:solidFill>
                <a:latin typeface="Sora"/>
                <a:ea typeface="Sora"/>
                <a:cs typeface="Sora"/>
                <a:sym typeface="Sora"/>
              </a:defRPr>
            </a:lvl9pPr>
          </a:lstStyle>
          <a:p>
            <a:r>
              <a:rPr lang="en-US" sz="3600">
                <a:solidFill>
                  <a:schemeClr val="tx1"/>
                </a:solidFill>
              </a:rPr>
              <a:t>omplaint</a:t>
            </a:r>
            <a:r>
              <a:rPr lang="en-US" sz="3600"/>
              <a:t> </a:t>
            </a:r>
            <a:r>
              <a:rPr lang="en-US" sz="3600">
                <a:solidFill>
                  <a:schemeClr val="tx1"/>
                </a:solidFill>
              </a:rPr>
              <a:t>hainLK</a:t>
            </a:r>
            <a:endParaRPr lang="en-US" sz="3600" dirty="0">
              <a:solidFill>
                <a:schemeClr val="tx1"/>
              </a:solidFill>
            </a:endParaRPr>
          </a:p>
        </p:txBody>
      </p:sp>
      <p:sp>
        <p:nvSpPr>
          <p:cNvPr id="357" name="Google Shape;357;p35"/>
          <p:cNvSpPr txBox="1">
            <a:spLocks noGrp="1"/>
          </p:cNvSpPr>
          <p:nvPr>
            <p:ph type="subTitle" idx="1"/>
          </p:nvPr>
        </p:nvSpPr>
        <p:spPr>
          <a:xfrm>
            <a:off x="4872562" y="2852372"/>
            <a:ext cx="3542892" cy="38918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dirty="0"/>
              <a:t>- Centralized public complaint platform -</a:t>
            </a:r>
            <a:endParaRPr sz="1300" dirty="0"/>
          </a:p>
        </p:txBody>
      </p:sp>
      <p:sp>
        <p:nvSpPr>
          <p:cNvPr id="4" name="Google Shape;356;p35">
            <a:extLst>
              <a:ext uri="{FF2B5EF4-FFF2-40B4-BE49-F238E27FC236}">
                <a16:creationId xmlns:a16="http://schemas.microsoft.com/office/drawing/2014/main" id="{1A6F2C71-233D-D52C-DA28-A79AE0A70B65}"/>
              </a:ext>
            </a:extLst>
          </p:cNvPr>
          <p:cNvSpPr txBox="1">
            <a:spLocks/>
          </p:cNvSpPr>
          <p:nvPr/>
        </p:nvSpPr>
        <p:spPr>
          <a:xfrm>
            <a:off x="4923221" y="1125164"/>
            <a:ext cx="1215567" cy="1964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Sora"/>
              <a:buNone/>
              <a:defRPr sz="4000" b="1" i="0" u="none" strike="noStrike" cap="none">
                <a:solidFill>
                  <a:schemeClr val="dk1"/>
                </a:solidFill>
                <a:latin typeface="Sora"/>
                <a:ea typeface="Sora"/>
                <a:cs typeface="Sora"/>
                <a:sym typeface="Sora"/>
              </a:defRPr>
            </a:lvl1pPr>
            <a:lvl2pPr marR="0" lvl="1"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9pPr>
          </a:lstStyle>
          <a:p>
            <a:r>
              <a:rPr lang="en-US" sz="10000" dirty="0">
                <a:solidFill>
                  <a:srgbClr val="FFC000"/>
                </a:solidFill>
                <a:latin typeface="Agency FB" panose="020B0503020202020204" pitchFamily="34" charset="0"/>
              </a:rPr>
              <a:t>C</a:t>
            </a:r>
          </a:p>
        </p:txBody>
      </p:sp>
      <p:pic>
        <p:nvPicPr>
          <p:cNvPr id="10" name="Picture Placeholder 9" descr="Water splashing on the road&#10;&#10;AI-generated content may be incorrect.">
            <a:extLst>
              <a:ext uri="{FF2B5EF4-FFF2-40B4-BE49-F238E27FC236}">
                <a16:creationId xmlns:a16="http://schemas.microsoft.com/office/drawing/2014/main" id="{87558AD4-778B-58D6-5479-5BDBBEB1554B}"/>
              </a:ext>
            </a:extLst>
          </p:cNvPr>
          <p:cNvPicPr>
            <a:picLocks noChangeAspect="1"/>
          </p:cNvPicPr>
          <p:nvPr/>
        </p:nvPicPr>
        <p:blipFill>
          <a:blip r:embed="rId3"/>
          <a:srcRect l="23452" r="23452"/>
          <a:stretch>
            <a:fillRect/>
          </a:stretch>
        </p:blipFill>
        <p:spPr>
          <a:xfrm>
            <a:off x="1208376" y="972872"/>
            <a:ext cx="2832000" cy="2999400"/>
          </a:xfrm>
          <a:prstGeom prst="rect">
            <a:avLst/>
          </a:prstGeom>
          <a:noFill/>
          <a:ln>
            <a:noFill/>
          </a:ln>
        </p:spPr>
      </p:pic>
      <p:sp>
        <p:nvSpPr>
          <p:cNvPr id="11" name="Google Shape;356;p35">
            <a:extLst>
              <a:ext uri="{FF2B5EF4-FFF2-40B4-BE49-F238E27FC236}">
                <a16:creationId xmlns:a16="http://schemas.microsoft.com/office/drawing/2014/main" id="{9E567A46-E433-497F-95BF-3779CC17D635}"/>
              </a:ext>
            </a:extLst>
          </p:cNvPr>
          <p:cNvSpPr txBox="1">
            <a:spLocks/>
          </p:cNvSpPr>
          <p:nvPr/>
        </p:nvSpPr>
        <p:spPr>
          <a:xfrm>
            <a:off x="6894571" y="3923816"/>
            <a:ext cx="2189956" cy="121968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Sora"/>
              <a:buNone/>
              <a:defRPr sz="4000" b="1" i="0" u="none" strike="noStrike" cap="none">
                <a:solidFill>
                  <a:schemeClr val="dk1"/>
                </a:solidFill>
                <a:latin typeface="Sora"/>
                <a:ea typeface="Sora"/>
                <a:cs typeface="Sora"/>
                <a:sym typeface="Sora"/>
              </a:defRPr>
            </a:lvl1pPr>
            <a:lvl2pPr marR="0" lvl="1"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9pPr>
          </a:lstStyle>
          <a:p>
            <a:pPr algn="r"/>
            <a:r>
              <a:rPr lang="en-US" sz="1600" dirty="0">
                <a:solidFill>
                  <a:schemeClr val="tx1"/>
                </a:solidFill>
              </a:rPr>
              <a:t>Group – 31</a:t>
            </a:r>
          </a:p>
          <a:p>
            <a:pPr algn="r"/>
            <a:endParaRPr lang="en-US" sz="1600" dirty="0">
              <a:solidFill>
                <a:schemeClr val="tx1"/>
              </a:solidFill>
            </a:endParaRPr>
          </a:p>
          <a:p>
            <a:pPr algn="r"/>
            <a:r>
              <a:rPr lang="en-US" sz="1600" dirty="0">
                <a:solidFill>
                  <a:schemeClr val="tx1"/>
                </a:solidFill>
              </a:rPr>
              <a:t>Cohndse242-041</a:t>
            </a:r>
          </a:p>
          <a:p>
            <a:pPr algn="r"/>
            <a:r>
              <a:rPr lang="en-US" sz="1600" dirty="0">
                <a:solidFill>
                  <a:schemeClr val="tx1"/>
                </a:solidFill>
              </a:rPr>
              <a:t>Cohndse242-042</a:t>
            </a:r>
          </a:p>
        </p:txBody>
      </p:sp>
    </p:spTree>
    <p:extLst>
      <p:ext uri="{BB962C8B-B14F-4D97-AF65-F5344CB8AC3E}">
        <p14:creationId xmlns:p14="http://schemas.microsoft.com/office/powerpoint/2010/main" val="3515813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64" name="Google Shape;364;p36"/>
          <p:cNvSpPr txBox="1">
            <a:spLocks noGrp="1"/>
          </p:cNvSpPr>
          <p:nvPr>
            <p:ph type="title"/>
          </p:nvPr>
        </p:nvSpPr>
        <p:spPr>
          <a:xfrm>
            <a:off x="422635" y="2220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Market Opportunity</a:t>
            </a:r>
            <a:endParaRPr dirty="0"/>
          </a:p>
        </p:txBody>
      </p:sp>
      <p:sp>
        <p:nvSpPr>
          <p:cNvPr id="18" name="TextBox 17">
            <a:extLst>
              <a:ext uri="{FF2B5EF4-FFF2-40B4-BE49-F238E27FC236}">
                <a16:creationId xmlns:a16="http://schemas.microsoft.com/office/drawing/2014/main" id="{DB2F22A0-1E5A-BF74-BA9D-0E609A0ED670}"/>
              </a:ext>
            </a:extLst>
          </p:cNvPr>
          <p:cNvSpPr txBox="1"/>
          <p:nvPr/>
        </p:nvSpPr>
        <p:spPr>
          <a:xfrm>
            <a:off x="422635" y="1073404"/>
            <a:ext cx="3895492" cy="5386090"/>
          </a:xfrm>
          <a:prstGeom prst="rect">
            <a:avLst/>
          </a:prstGeom>
          <a:noFill/>
        </p:spPr>
        <p:txBody>
          <a:bodyPr wrap="square" rtlCol="0">
            <a:spAutoFit/>
          </a:bodyPr>
          <a:lstStyle/>
          <a:p>
            <a:r>
              <a:rPr lang="en-GB" sz="1800" b="1" dirty="0">
                <a:solidFill>
                  <a:srgbClr val="FFC000"/>
                </a:solidFill>
              </a:rPr>
              <a:t>The Problem</a:t>
            </a:r>
          </a:p>
          <a:p>
            <a:endParaRPr lang="en-GB" sz="1800" b="1" dirty="0">
              <a:solidFill>
                <a:srgbClr val="FFC000"/>
              </a:solidFill>
            </a:endParaRPr>
          </a:p>
          <a:p>
            <a:pPr marL="285750" indent="-285750">
              <a:buClr>
                <a:schemeClr val="tx1"/>
              </a:buClr>
              <a:buSzPct val="110000"/>
              <a:buFont typeface="Arial" panose="020B0604020202020204" pitchFamily="34" charset="0"/>
              <a:buChar char="•"/>
            </a:pPr>
            <a:r>
              <a:rPr lang="en-GB" dirty="0">
                <a:solidFill>
                  <a:schemeClr val="tx1"/>
                </a:solidFill>
              </a:rPr>
              <a:t>No easily accessible platform for complaining public service-related problems such as water, electricity, road damages and garbage disposal to high authorities.</a:t>
            </a: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SzPct val="110000"/>
              <a:buFont typeface="Arial" panose="020B0604020202020204" pitchFamily="34" charset="0"/>
              <a:buChar char="•"/>
            </a:pPr>
            <a:r>
              <a:rPr lang="en-GB" dirty="0">
                <a:solidFill>
                  <a:schemeClr val="tx1"/>
                </a:solidFill>
              </a:rPr>
              <a:t>Long delays in solving issues of public due to manual process. Even the manual systems let public to submit the complaint, most of the time there is no way to track the status or communicate easily with the administrations.</a:t>
            </a: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SzPct val="110000"/>
              <a:buFont typeface="Arial" panose="020B0604020202020204" pitchFamily="34" charset="0"/>
              <a:buChar char="•"/>
            </a:pPr>
            <a:r>
              <a:rPr lang="en-GB" dirty="0">
                <a:solidFill>
                  <a:schemeClr val="tx1"/>
                </a:solidFill>
              </a:rPr>
              <a:t>No transparency between authority and public.</a:t>
            </a: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Font typeface="Arial" panose="020B0604020202020204" pitchFamily="34" charset="0"/>
              <a:buChar char="•"/>
            </a:pPr>
            <a:endParaRPr lang="en-GB" dirty="0">
              <a:solidFill>
                <a:schemeClr val="tx1"/>
              </a:solidFill>
            </a:endParaRPr>
          </a:p>
          <a:p>
            <a:br>
              <a:rPr lang="en-GB" dirty="0">
                <a:solidFill>
                  <a:srgbClr val="FFC000"/>
                </a:solidFill>
              </a:rPr>
            </a:br>
            <a:br>
              <a:rPr lang="en-GB" dirty="0">
                <a:solidFill>
                  <a:srgbClr val="FFC000"/>
                </a:solidFill>
              </a:rPr>
            </a:br>
            <a:endParaRPr lang="en-GB" dirty="0">
              <a:solidFill>
                <a:schemeClr val="tx1"/>
              </a:solidFill>
            </a:endParaRPr>
          </a:p>
          <a:p>
            <a:endParaRPr lang="en-GB" dirty="0">
              <a:solidFill>
                <a:srgbClr val="FFC000"/>
              </a:solidFill>
            </a:endParaRPr>
          </a:p>
          <a:p>
            <a:endParaRPr lang="en-US" dirty="0">
              <a:solidFill>
                <a:srgbClr val="FFC000"/>
              </a:solidFill>
            </a:endParaRPr>
          </a:p>
        </p:txBody>
      </p:sp>
      <p:sp>
        <p:nvSpPr>
          <p:cNvPr id="20" name="TextBox 19">
            <a:extLst>
              <a:ext uri="{FF2B5EF4-FFF2-40B4-BE49-F238E27FC236}">
                <a16:creationId xmlns:a16="http://schemas.microsoft.com/office/drawing/2014/main" id="{5C4DBF6A-A4C0-D70E-635A-B4BBB2020578}"/>
              </a:ext>
            </a:extLst>
          </p:cNvPr>
          <p:cNvSpPr txBox="1"/>
          <p:nvPr/>
        </p:nvSpPr>
        <p:spPr>
          <a:xfrm>
            <a:off x="4931445" y="1073404"/>
            <a:ext cx="3736770" cy="4308872"/>
          </a:xfrm>
          <a:prstGeom prst="rect">
            <a:avLst/>
          </a:prstGeom>
          <a:noFill/>
        </p:spPr>
        <p:txBody>
          <a:bodyPr wrap="square" rtlCol="0">
            <a:spAutoFit/>
          </a:bodyPr>
          <a:lstStyle/>
          <a:p>
            <a:r>
              <a:rPr lang="en-GB" sz="1800" b="1" dirty="0">
                <a:solidFill>
                  <a:srgbClr val="FFC000"/>
                </a:solidFill>
              </a:rPr>
              <a:t>Market demand</a:t>
            </a:r>
          </a:p>
          <a:p>
            <a:endParaRPr lang="en-GB" sz="1800" b="1" dirty="0">
              <a:solidFill>
                <a:srgbClr val="FFC000"/>
              </a:solidFill>
            </a:endParaRPr>
          </a:p>
          <a:p>
            <a:pPr marL="285750" indent="-285750">
              <a:buClr>
                <a:schemeClr val="tx1"/>
              </a:buClr>
              <a:buSzPct val="110000"/>
              <a:buFont typeface="Arial" panose="020B0604020202020204" pitchFamily="34" charset="0"/>
              <a:buChar char="•"/>
            </a:pPr>
            <a:r>
              <a:rPr lang="en-GB" dirty="0">
                <a:solidFill>
                  <a:schemeClr val="tx1"/>
                </a:solidFill>
              </a:rPr>
              <a:t>Sri Lanka's Government policies are currently focusing on citizen engagement and e-solutions when taking measures to develop the country.</a:t>
            </a: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SzPct val="110000"/>
              <a:buFont typeface="Arial" panose="020B0604020202020204" pitchFamily="34" charset="0"/>
              <a:buChar char="•"/>
            </a:pPr>
            <a:r>
              <a:rPr lang="en-GB" dirty="0">
                <a:solidFill>
                  <a:schemeClr val="tx1"/>
                </a:solidFill>
              </a:rPr>
              <a:t>Campaigns such as clean Sri Lanka can make efficient and productive using platforms such as </a:t>
            </a:r>
            <a:r>
              <a:rPr lang="en-GB" b="1" dirty="0">
                <a:solidFill>
                  <a:srgbClr val="FFC000"/>
                </a:solidFill>
              </a:rPr>
              <a:t>Complaint </a:t>
            </a:r>
            <a:r>
              <a:rPr lang="en-GB" b="1" dirty="0" err="1">
                <a:solidFill>
                  <a:srgbClr val="FFC000"/>
                </a:solidFill>
              </a:rPr>
              <a:t>ChainLK</a:t>
            </a:r>
            <a:r>
              <a:rPr lang="en-GB" b="1" dirty="0">
                <a:solidFill>
                  <a:srgbClr val="FFC000"/>
                </a:solidFill>
              </a:rPr>
              <a:t>.</a:t>
            </a:r>
            <a:br>
              <a:rPr lang="en-GB" b="1" dirty="0">
                <a:solidFill>
                  <a:srgbClr val="FFC000"/>
                </a:solidFill>
              </a:rPr>
            </a:br>
            <a:endParaRPr lang="en-GB" b="1" dirty="0">
              <a:solidFill>
                <a:srgbClr val="FFC000"/>
              </a:solidFill>
            </a:endParaRPr>
          </a:p>
          <a:p>
            <a:pPr marL="285750" indent="-285750">
              <a:buClr>
                <a:schemeClr val="tx1"/>
              </a:buClr>
              <a:buSzPct val="110000"/>
              <a:buFont typeface="Arial" panose="020B0604020202020204" pitchFamily="34" charset="0"/>
              <a:buChar char="•"/>
            </a:pPr>
            <a:r>
              <a:rPr lang="en-GB" dirty="0">
                <a:solidFill>
                  <a:schemeClr val="tx1"/>
                </a:solidFill>
              </a:rPr>
              <a:t>Sri Lankas internet users are rising up to 15+ million with the increase in smartphone penetration.</a:t>
            </a:r>
          </a:p>
          <a:p>
            <a:br>
              <a:rPr lang="en-GB" b="1" dirty="0">
                <a:solidFill>
                  <a:srgbClr val="FFC000"/>
                </a:solidFill>
              </a:rPr>
            </a:br>
            <a:br>
              <a:rPr lang="en-GB" dirty="0">
                <a:solidFill>
                  <a:srgbClr val="FFC000"/>
                </a:solidFill>
              </a:rPr>
            </a:br>
            <a:endParaRPr lang="en-GB" dirty="0">
              <a:solidFill>
                <a:schemeClr val="tx1"/>
              </a:solidFill>
            </a:endParaRPr>
          </a:p>
          <a:p>
            <a:endParaRPr lang="en-GB" dirty="0">
              <a:solidFill>
                <a:srgbClr val="FFC000"/>
              </a:solidFill>
            </a:endParaRPr>
          </a:p>
          <a:p>
            <a:endParaRPr lang="en-US" dirty="0">
              <a:solidFill>
                <a:srgbClr val="FFC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11" name="Title 10">
            <a:extLst>
              <a:ext uri="{FF2B5EF4-FFF2-40B4-BE49-F238E27FC236}">
                <a16:creationId xmlns:a16="http://schemas.microsoft.com/office/drawing/2014/main" id="{835DB9FE-6CB0-79C8-EBB5-4385D0A86E5E}"/>
              </a:ext>
            </a:extLst>
          </p:cNvPr>
          <p:cNvSpPr>
            <a:spLocks noGrp="1"/>
          </p:cNvSpPr>
          <p:nvPr>
            <p:ph type="title"/>
          </p:nvPr>
        </p:nvSpPr>
        <p:spPr>
          <a:xfrm>
            <a:off x="623358" y="296342"/>
            <a:ext cx="7704000" cy="572700"/>
          </a:xfrm>
        </p:spPr>
        <p:txBody>
          <a:bodyPr/>
          <a:lstStyle/>
          <a:p>
            <a:pPr algn="ctr"/>
            <a:r>
              <a:rPr lang="en-GB" dirty="0"/>
              <a:t>Solution</a:t>
            </a:r>
            <a:endParaRPr lang="en-US" dirty="0"/>
          </a:p>
        </p:txBody>
      </p:sp>
      <p:sp>
        <p:nvSpPr>
          <p:cNvPr id="12" name="TextBox 11">
            <a:extLst>
              <a:ext uri="{FF2B5EF4-FFF2-40B4-BE49-F238E27FC236}">
                <a16:creationId xmlns:a16="http://schemas.microsoft.com/office/drawing/2014/main" id="{6565F96D-0F23-6B5F-F641-E037ABC77130}"/>
              </a:ext>
            </a:extLst>
          </p:cNvPr>
          <p:cNvSpPr txBox="1"/>
          <p:nvPr/>
        </p:nvSpPr>
        <p:spPr>
          <a:xfrm>
            <a:off x="572429" y="1017725"/>
            <a:ext cx="7851571" cy="5078313"/>
          </a:xfrm>
          <a:prstGeom prst="rect">
            <a:avLst/>
          </a:prstGeom>
          <a:noFill/>
        </p:spPr>
        <p:txBody>
          <a:bodyPr wrap="square" rtlCol="0">
            <a:spAutoFit/>
          </a:bodyPr>
          <a:lstStyle/>
          <a:p>
            <a:pPr marL="285750" indent="-285750">
              <a:buClr>
                <a:schemeClr val="tx1"/>
              </a:buClr>
              <a:buSzPct val="110000"/>
              <a:buFont typeface="Arial" panose="020B0604020202020204" pitchFamily="34" charset="0"/>
              <a:buChar char="•"/>
            </a:pPr>
            <a:endParaRPr lang="en-GB" dirty="0">
              <a:solidFill>
                <a:schemeClr val="tx1"/>
              </a:solidFill>
            </a:endParaRPr>
          </a:p>
          <a:p>
            <a:pPr algn="ctr">
              <a:buClr>
                <a:schemeClr val="tx1"/>
              </a:buClr>
              <a:buSzPct val="110000"/>
            </a:pPr>
            <a:r>
              <a:rPr lang="en-GB" sz="1600" b="1" dirty="0">
                <a:solidFill>
                  <a:schemeClr val="tx1"/>
                </a:solidFill>
              </a:rPr>
              <a:t>We introduce </a:t>
            </a:r>
          </a:p>
          <a:p>
            <a:pPr algn="ctr">
              <a:buClr>
                <a:schemeClr val="tx1"/>
              </a:buClr>
              <a:buSzPct val="110000"/>
            </a:pPr>
            <a:r>
              <a:rPr lang="en-GB" sz="2800" b="1" dirty="0">
                <a:solidFill>
                  <a:srgbClr val="FFC000"/>
                </a:solidFill>
              </a:rPr>
              <a:t>Complaint </a:t>
            </a:r>
            <a:r>
              <a:rPr lang="en-GB" sz="2800" b="1" dirty="0" err="1">
                <a:solidFill>
                  <a:srgbClr val="FFC000"/>
                </a:solidFill>
              </a:rPr>
              <a:t>ChainLK</a:t>
            </a:r>
            <a:endParaRPr lang="en-GB" sz="2800" b="1" dirty="0">
              <a:solidFill>
                <a:srgbClr val="FFC000"/>
              </a:solidFill>
            </a:endParaRPr>
          </a:p>
          <a:p>
            <a:pPr algn="ctr">
              <a:buClr>
                <a:schemeClr val="tx1"/>
              </a:buClr>
              <a:buSzPct val="110000"/>
            </a:pPr>
            <a:r>
              <a:rPr lang="en-GB" b="1" dirty="0">
                <a:solidFill>
                  <a:schemeClr val="tx1"/>
                </a:solidFill>
              </a:rPr>
              <a:t>A web based complaint management system</a:t>
            </a:r>
          </a:p>
          <a:p>
            <a:pPr algn="ctr">
              <a:buClr>
                <a:schemeClr val="tx1"/>
              </a:buClr>
              <a:buSzPct val="110000"/>
            </a:pPr>
            <a:endParaRPr lang="en-GB" dirty="0">
              <a:solidFill>
                <a:schemeClr val="tx1"/>
              </a:solidFill>
            </a:endParaRPr>
          </a:p>
          <a:p>
            <a:pPr>
              <a:buClr>
                <a:schemeClr val="tx1"/>
              </a:buClr>
              <a:buSzPct val="110000"/>
            </a:pPr>
            <a:r>
              <a:rPr lang="en-GB" dirty="0">
                <a:solidFill>
                  <a:schemeClr val="tx1"/>
                </a:solidFill>
              </a:rPr>
              <a:t>	</a:t>
            </a:r>
            <a:endParaRPr lang="en-GB" sz="1600" b="1" dirty="0">
              <a:solidFill>
                <a:schemeClr val="tx1"/>
              </a:solidFill>
            </a:endParaRPr>
          </a:p>
          <a:p>
            <a:pPr algn="ctr">
              <a:buClr>
                <a:schemeClr val="tx1"/>
              </a:buClr>
              <a:buSzPct val="110000"/>
            </a:pPr>
            <a:r>
              <a:rPr lang="en-GB" sz="1600" b="1" dirty="0">
                <a:solidFill>
                  <a:schemeClr val="tx1"/>
                </a:solidFill>
              </a:rPr>
              <a:t>Where it offers,</a:t>
            </a:r>
          </a:p>
          <a:p>
            <a:pPr algn="ctr">
              <a:buClr>
                <a:schemeClr val="tx1"/>
              </a:buClr>
              <a:buSzPct val="110000"/>
            </a:pPr>
            <a:endParaRPr lang="en-GB" dirty="0">
              <a:solidFill>
                <a:schemeClr val="tx1"/>
              </a:solidFill>
            </a:endParaRPr>
          </a:p>
          <a:p>
            <a:pPr algn="ctr">
              <a:buClr>
                <a:schemeClr val="tx1"/>
              </a:buClr>
              <a:buSzPct val="110000"/>
            </a:pPr>
            <a:r>
              <a:rPr lang="en-GB" dirty="0">
                <a:solidFill>
                  <a:schemeClr val="tx1"/>
                </a:solidFill>
              </a:rPr>
              <a:t>         A platform for submit citizen complaints for relevant departments, authorities based on the location, category and priority. And they have the ability to review and read the services as well </a:t>
            </a:r>
          </a:p>
          <a:p>
            <a:pPr algn="ctr">
              <a:buClr>
                <a:schemeClr val="tx1"/>
              </a:buClr>
              <a:buSzPct val="110000"/>
            </a:pPr>
            <a:endParaRPr lang="en-GB" dirty="0">
              <a:solidFill>
                <a:schemeClr val="tx1"/>
              </a:solidFill>
            </a:endParaRPr>
          </a:p>
          <a:p>
            <a:pPr algn="ctr">
              <a:buClr>
                <a:schemeClr val="tx1"/>
              </a:buClr>
              <a:buSzPct val="110000"/>
            </a:pPr>
            <a:r>
              <a:rPr lang="en-GB" dirty="0">
                <a:solidFill>
                  <a:schemeClr val="tx1"/>
                </a:solidFill>
              </a:rPr>
              <a:t>         It also supports the authority to receive and update the status of the complaint resolution which is also transparent to complainant (only the legally approved information) and relevant authorities.</a:t>
            </a:r>
          </a:p>
          <a:p>
            <a:pPr>
              <a:buClr>
                <a:schemeClr val="tx1"/>
              </a:buClr>
              <a:buSzPct val="110000"/>
            </a:pPr>
            <a:endParaRPr lang="en-GB" dirty="0">
              <a:solidFill>
                <a:schemeClr val="tx1"/>
              </a:solidFill>
            </a:endParaRPr>
          </a:p>
          <a:p>
            <a:pPr>
              <a:buClr>
                <a:schemeClr val="tx1"/>
              </a:buClr>
              <a:buSzPct val="110000"/>
            </a:pPr>
            <a:endParaRPr lang="en-GB" dirty="0">
              <a:solidFill>
                <a:schemeClr val="tx1"/>
              </a:solidFill>
            </a:endParaRPr>
          </a:p>
          <a:p>
            <a:pPr marL="285750" indent="-285750">
              <a:buClr>
                <a:schemeClr val="tx1"/>
              </a:buClr>
              <a:buFont typeface="Arial" panose="020B0604020202020204" pitchFamily="34" charset="0"/>
              <a:buChar char="•"/>
            </a:pPr>
            <a:endParaRPr lang="en-GB" dirty="0">
              <a:solidFill>
                <a:schemeClr val="tx1"/>
              </a:solidFill>
            </a:endParaRPr>
          </a:p>
          <a:p>
            <a:br>
              <a:rPr lang="en-GB" dirty="0">
                <a:solidFill>
                  <a:srgbClr val="FFC000"/>
                </a:solidFill>
              </a:rPr>
            </a:br>
            <a:br>
              <a:rPr lang="en-GB" dirty="0">
                <a:solidFill>
                  <a:srgbClr val="FFC000"/>
                </a:solidFill>
              </a:rPr>
            </a:br>
            <a:endParaRPr lang="en-GB" dirty="0">
              <a:solidFill>
                <a:schemeClr val="tx1"/>
              </a:solidFill>
            </a:endParaRPr>
          </a:p>
          <a:p>
            <a:endParaRPr lang="en-GB" dirty="0">
              <a:solidFill>
                <a:srgbClr val="FFC000"/>
              </a:solidFill>
            </a:endParaRPr>
          </a:p>
          <a:p>
            <a:endParaRPr lang="en-US" dirty="0">
              <a:solidFill>
                <a:srgbClr val="FFC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21" name="Title 10">
            <a:extLst>
              <a:ext uri="{FF2B5EF4-FFF2-40B4-BE49-F238E27FC236}">
                <a16:creationId xmlns:a16="http://schemas.microsoft.com/office/drawing/2014/main" id="{B18B3A21-8BA4-84BE-9F9A-173EB7712D26}"/>
              </a:ext>
            </a:extLst>
          </p:cNvPr>
          <p:cNvSpPr>
            <a:spLocks noGrp="1"/>
          </p:cNvSpPr>
          <p:nvPr>
            <p:ph type="title"/>
          </p:nvPr>
        </p:nvSpPr>
        <p:spPr>
          <a:xfrm>
            <a:off x="369406" y="117923"/>
            <a:ext cx="8551493" cy="572700"/>
          </a:xfrm>
        </p:spPr>
        <p:txBody>
          <a:bodyPr/>
          <a:lstStyle/>
          <a:p>
            <a:pPr algn="ctr"/>
            <a:r>
              <a:rPr lang="en-GB" dirty="0"/>
              <a:t>Why Us? </a:t>
            </a:r>
            <a:endParaRPr lang="en-US" dirty="0"/>
          </a:p>
        </p:txBody>
      </p:sp>
      <p:sp>
        <p:nvSpPr>
          <p:cNvPr id="22" name="TextBox 21">
            <a:extLst>
              <a:ext uri="{FF2B5EF4-FFF2-40B4-BE49-F238E27FC236}">
                <a16:creationId xmlns:a16="http://schemas.microsoft.com/office/drawing/2014/main" id="{40E8EA37-477F-46C6-95D6-1AC45DC9EC5E}"/>
              </a:ext>
            </a:extLst>
          </p:cNvPr>
          <p:cNvSpPr txBox="1"/>
          <p:nvPr/>
        </p:nvSpPr>
        <p:spPr>
          <a:xfrm>
            <a:off x="429992" y="980554"/>
            <a:ext cx="4000683" cy="5478423"/>
          </a:xfrm>
          <a:prstGeom prst="rect">
            <a:avLst/>
          </a:prstGeom>
          <a:noFill/>
        </p:spPr>
        <p:txBody>
          <a:bodyPr wrap="square" rtlCol="0">
            <a:spAutoFit/>
          </a:bodyPr>
          <a:lstStyle/>
          <a:p>
            <a:pPr>
              <a:buClr>
                <a:schemeClr val="tx1"/>
              </a:buClr>
              <a:buSzPct val="110000"/>
            </a:pPr>
            <a:r>
              <a:rPr lang="en-GB" b="1" dirty="0">
                <a:solidFill>
                  <a:srgbClr val="FFC000"/>
                </a:solidFill>
              </a:rPr>
              <a:t>Without us</a:t>
            </a:r>
          </a:p>
          <a:p>
            <a:pPr>
              <a:buClr>
                <a:schemeClr val="tx1"/>
              </a:buClr>
              <a:buSzPct val="110000"/>
            </a:pPr>
            <a:endParaRPr lang="en-GB" b="1" dirty="0">
              <a:solidFill>
                <a:srgbClr val="FFC000"/>
              </a:solidFill>
            </a:endParaRPr>
          </a:p>
          <a:p>
            <a:pPr marL="285750" indent="-285750">
              <a:buClr>
                <a:schemeClr val="tx1"/>
              </a:buClr>
              <a:buSzPct val="110000"/>
              <a:buFont typeface="Arial" panose="020B0604020202020204" pitchFamily="34" charset="0"/>
              <a:buChar char="•"/>
            </a:pPr>
            <a:r>
              <a:rPr lang="en-GB" dirty="0">
                <a:solidFill>
                  <a:schemeClr val="tx1"/>
                </a:solidFill>
              </a:rPr>
              <a:t>No transparency and delay in communication  between authority and citizens on public complaints.</a:t>
            </a: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SzPct val="110000"/>
              <a:buFont typeface="Arial" panose="020B0604020202020204" pitchFamily="34" charset="0"/>
              <a:buChar char="•"/>
            </a:pPr>
            <a:r>
              <a:rPr lang="en-GB" dirty="0">
                <a:solidFill>
                  <a:schemeClr val="tx1"/>
                </a:solidFill>
              </a:rPr>
              <a:t>Public problems are ignored and not prioritized due to lack of citizen involvements.</a:t>
            </a: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SzPct val="110000"/>
              <a:buFont typeface="Arial" panose="020B0604020202020204" pitchFamily="34" charset="0"/>
              <a:buChar char="•"/>
            </a:pPr>
            <a:r>
              <a:rPr lang="en-GB" dirty="0">
                <a:solidFill>
                  <a:schemeClr val="tx1"/>
                </a:solidFill>
              </a:rPr>
              <a:t>Some rural areas excluded due to less involvement and lack of identification.</a:t>
            </a: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SzPct val="110000"/>
              <a:buFont typeface="Arial" panose="020B0604020202020204" pitchFamily="34" charset="0"/>
              <a:buChar char="•"/>
            </a:pPr>
            <a:r>
              <a:rPr lang="en-GB" dirty="0">
                <a:solidFill>
                  <a:schemeClr val="tx1"/>
                </a:solidFill>
              </a:rPr>
              <a:t>No platform to raise public concerns</a:t>
            </a: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SzPct val="110000"/>
              <a:buFont typeface="Arial" panose="020B0604020202020204" pitchFamily="34" charset="0"/>
              <a:buChar char="•"/>
            </a:pPr>
            <a:r>
              <a:rPr lang="en-GB" dirty="0">
                <a:solidFill>
                  <a:schemeClr val="tx1"/>
                </a:solidFill>
              </a:rPr>
              <a:t>Unawareness of response authorities by the citizens.</a:t>
            </a: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Font typeface="Arial" panose="020B0604020202020204" pitchFamily="34" charset="0"/>
              <a:buChar char="•"/>
            </a:pPr>
            <a:endParaRPr lang="en-GB" dirty="0">
              <a:solidFill>
                <a:schemeClr val="tx1"/>
              </a:solidFill>
            </a:endParaRPr>
          </a:p>
          <a:p>
            <a:br>
              <a:rPr lang="en-GB" dirty="0">
                <a:solidFill>
                  <a:srgbClr val="FFC000"/>
                </a:solidFill>
              </a:rPr>
            </a:br>
            <a:br>
              <a:rPr lang="en-GB" dirty="0">
                <a:solidFill>
                  <a:srgbClr val="FFC000"/>
                </a:solidFill>
              </a:rPr>
            </a:br>
            <a:endParaRPr lang="en-GB" dirty="0">
              <a:solidFill>
                <a:schemeClr val="tx1"/>
              </a:solidFill>
            </a:endParaRPr>
          </a:p>
          <a:p>
            <a:endParaRPr lang="en-GB" dirty="0">
              <a:solidFill>
                <a:srgbClr val="FFC000"/>
              </a:solidFill>
            </a:endParaRPr>
          </a:p>
          <a:p>
            <a:endParaRPr lang="en-US" dirty="0">
              <a:solidFill>
                <a:srgbClr val="FFC000"/>
              </a:solidFill>
            </a:endParaRPr>
          </a:p>
        </p:txBody>
      </p:sp>
      <p:sp>
        <p:nvSpPr>
          <p:cNvPr id="23" name="TextBox 22">
            <a:extLst>
              <a:ext uri="{FF2B5EF4-FFF2-40B4-BE49-F238E27FC236}">
                <a16:creationId xmlns:a16="http://schemas.microsoft.com/office/drawing/2014/main" id="{71A278F9-06FE-12B6-B8CB-60AD2EDFC6F9}"/>
              </a:ext>
            </a:extLst>
          </p:cNvPr>
          <p:cNvSpPr txBox="1"/>
          <p:nvPr/>
        </p:nvSpPr>
        <p:spPr>
          <a:xfrm>
            <a:off x="4713327" y="980554"/>
            <a:ext cx="4400938" cy="5478423"/>
          </a:xfrm>
          <a:prstGeom prst="rect">
            <a:avLst/>
          </a:prstGeom>
          <a:noFill/>
        </p:spPr>
        <p:txBody>
          <a:bodyPr wrap="square" rtlCol="0">
            <a:spAutoFit/>
          </a:bodyPr>
          <a:lstStyle/>
          <a:p>
            <a:pPr>
              <a:buClr>
                <a:schemeClr val="tx1"/>
              </a:buClr>
              <a:buSzPct val="110000"/>
            </a:pPr>
            <a:r>
              <a:rPr lang="en-GB" b="1" dirty="0">
                <a:solidFill>
                  <a:srgbClr val="FFC000"/>
                </a:solidFill>
              </a:rPr>
              <a:t>With us</a:t>
            </a:r>
          </a:p>
          <a:p>
            <a:pPr>
              <a:buClr>
                <a:schemeClr val="tx1"/>
              </a:buClr>
              <a:buSzPct val="110000"/>
            </a:pPr>
            <a:endParaRPr lang="en-GB" b="1" dirty="0">
              <a:solidFill>
                <a:srgbClr val="FFC000"/>
              </a:solidFill>
            </a:endParaRPr>
          </a:p>
          <a:p>
            <a:pPr marL="285750" indent="-285750">
              <a:buClr>
                <a:schemeClr val="tx1"/>
              </a:buClr>
              <a:buSzPct val="110000"/>
              <a:buFont typeface="Arial" panose="020B0604020202020204" pitchFamily="34" charset="0"/>
              <a:buChar char="•"/>
            </a:pPr>
            <a:r>
              <a:rPr lang="en-GB" dirty="0">
                <a:solidFill>
                  <a:schemeClr val="tx1"/>
                </a:solidFill>
              </a:rPr>
              <a:t>Any citizen can easily submit the complaint with the relevant location and images from anywhere anytime </a:t>
            </a:r>
            <a:br>
              <a:rPr lang="en-GB" dirty="0">
                <a:solidFill>
                  <a:schemeClr val="tx1"/>
                </a:solidFill>
              </a:rPr>
            </a:br>
            <a:endParaRPr lang="en-GB" dirty="0">
              <a:solidFill>
                <a:schemeClr val="tx1"/>
              </a:solidFill>
            </a:endParaRPr>
          </a:p>
          <a:p>
            <a:pPr marL="285750" indent="-285750">
              <a:buClr>
                <a:schemeClr val="tx1"/>
              </a:buClr>
              <a:buSzPct val="110000"/>
              <a:buFont typeface="Arial" panose="020B0604020202020204" pitchFamily="34" charset="0"/>
              <a:buChar char="•"/>
            </a:pPr>
            <a:r>
              <a:rPr lang="en-GB" dirty="0">
                <a:solidFill>
                  <a:schemeClr val="tx1"/>
                </a:solidFill>
              </a:rPr>
              <a:t>Platform to speak up public concerns to the authority in a short period of time.</a:t>
            </a: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SzPct val="110000"/>
              <a:buFont typeface="Arial" panose="020B0604020202020204" pitchFamily="34" charset="0"/>
              <a:buChar char="•"/>
            </a:pPr>
            <a:r>
              <a:rPr lang="en-GB" dirty="0">
                <a:solidFill>
                  <a:schemeClr val="tx1"/>
                </a:solidFill>
              </a:rPr>
              <a:t>Ability to view the progress on the submitted complaints real time and comment on it.</a:t>
            </a: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SzPct val="110000"/>
              <a:buFont typeface="Arial" panose="020B0604020202020204" pitchFamily="34" charset="0"/>
              <a:buChar char="•"/>
            </a:pPr>
            <a:r>
              <a:rPr lang="en-GB" dirty="0">
                <a:solidFill>
                  <a:schemeClr val="tx1"/>
                </a:solidFill>
              </a:rPr>
              <a:t>Transparency builds the trust and bridges </a:t>
            </a:r>
          </a:p>
          <a:p>
            <a:pPr>
              <a:buClr>
                <a:schemeClr val="tx1"/>
              </a:buClr>
              <a:buSzPct val="110000"/>
            </a:pPr>
            <a:r>
              <a:rPr lang="en-GB" dirty="0">
                <a:solidFill>
                  <a:schemeClr val="tx1"/>
                </a:solidFill>
              </a:rPr>
              <a:t>      the gap in between authorities and general </a:t>
            </a:r>
          </a:p>
          <a:p>
            <a:pPr>
              <a:buClr>
                <a:schemeClr val="tx1"/>
              </a:buClr>
              <a:buSzPct val="110000"/>
            </a:pPr>
            <a:r>
              <a:rPr lang="en-GB" dirty="0">
                <a:solidFill>
                  <a:schemeClr val="tx1"/>
                </a:solidFill>
              </a:rPr>
              <a:t>      public.</a:t>
            </a: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SzPct val="110000"/>
              <a:buFont typeface="Arial" panose="020B0604020202020204" pitchFamily="34" charset="0"/>
              <a:buChar char="•"/>
            </a:pPr>
            <a:r>
              <a:rPr lang="en-GB" dirty="0">
                <a:solidFill>
                  <a:schemeClr val="tx1"/>
                </a:solidFill>
              </a:rPr>
              <a:t>Enhances the awareness of the public</a:t>
            </a: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Font typeface="Arial" panose="020B0604020202020204" pitchFamily="34" charset="0"/>
              <a:buChar char="•"/>
            </a:pPr>
            <a:endParaRPr lang="en-GB" dirty="0">
              <a:solidFill>
                <a:schemeClr val="tx1"/>
              </a:solidFill>
            </a:endParaRPr>
          </a:p>
          <a:p>
            <a:br>
              <a:rPr lang="en-GB" dirty="0">
                <a:solidFill>
                  <a:srgbClr val="FFC000"/>
                </a:solidFill>
              </a:rPr>
            </a:br>
            <a:br>
              <a:rPr lang="en-GB" dirty="0">
                <a:solidFill>
                  <a:srgbClr val="FFC000"/>
                </a:solidFill>
              </a:rPr>
            </a:br>
            <a:endParaRPr lang="en-GB" dirty="0">
              <a:solidFill>
                <a:schemeClr val="tx1"/>
              </a:solidFill>
            </a:endParaRPr>
          </a:p>
          <a:p>
            <a:endParaRPr lang="en-GB" dirty="0">
              <a:solidFill>
                <a:srgbClr val="FFC000"/>
              </a:solidFill>
            </a:endParaRPr>
          </a:p>
          <a:p>
            <a:endParaRPr lang="en-US" dirty="0">
              <a:solidFill>
                <a:srgbClr val="FFC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6" name="Title 10">
            <a:extLst>
              <a:ext uri="{FF2B5EF4-FFF2-40B4-BE49-F238E27FC236}">
                <a16:creationId xmlns:a16="http://schemas.microsoft.com/office/drawing/2014/main" id="{86D8DEDD-22B8-32D8-28CF-F6F7D5FF40B2}"/>
              </a:ext>
            </a:extLst>
          </p:cNvPr>
          <p:cNvSpPr>
            <a:spLocks noGrp="1"/>
          </p:cNvSpPr>
          <p:nvPr>
            <p:ph type="title"/>
          </p:nvPr>
        </p:nvSpPr>
        <p:spPr>
          <a:xfrm>
            <a:off x="369407" y="117923"/>
            <a:ext cx="8373150" cy="572700"/>
          </a:xfrm>
        </p:spPr>
        <p:txBody>
          <a:bodyPr/>
          <a:lstStyle/>
          <a:p>
            <a:pPr algn="ctr"/>
            <a:r>
              <a:rPr lang="en-GB" dirty="0"/>
              <a:t>Features </a:t>
            </a:r>
            <a:endParaRPr lang="en-US" dirty="0"/>
          </a:p>
        </p:txBody>
      </p:sp>
      <p:sp>
        <p:nvSpPr>
          <p:cNvPr id="7" name="TextBox 6">
            <a:extLst>
              <a:ext uri="{FF2B5EF4-FFF2-40B4-BE49-F238E27FC236}">
                <a16:creationId xmlns:a16="http://schemas.microsoft.com/office/drawing/2014/main" id="{0F46439F-034E-ECAD-0AE4-D26B4D3A1F26}"/>
              </a:ext>
            </a:extLst>
          </p:cNvPr>
          <p:cNvSpPr txBox="1"/>
          <p:nvPr/>
        </p:nvSpPr>
        <p:spPr>
          <a:xfrm>
            <a:off x="266517" y="794700"/>
            <a:ext cx="4400938" cy="5909310"/>
          </a:xfrm>
          <a:prstGeom prst="rect">
            <a:avLst/>
          </a:prstGeom>
          <a:noFill/>
        </p:spPr>
        <p:txBody>
          <a:bodyPr wrap="square" rtlCol="0">
            <a:spAutoFit/>
          </a:bodyPr>
          <a:lstStyle/>
          <a:p>
            <a:pPr>
              <a:buClr>
                <a:schemeClr val="tx1"/>
              </a:buClr>
              <a:buSzPct val="110000"/>
            </a:pPr>
            <a:r>
              <a:rPr lang="en-GB" b="1" dirty="0">
                <a:solidFill>
                  <a:srgbClr val="FFC000"/>
                </a:solidFill>
              </a:rPr>
              <a:t>For Citizens</a:t>
            </a:r>
          </a:p>
          <a:p>
            <a:pPr>
              <a:buClr>
                <a:schemeClr val="tx1"/>
              </a:buClr>
              <a:buSzPct val="110000"/>
            </a:pPr>
            <a:endParaRPr lang="en-GB" b="1" dirty="0">
              <a:solidFill>
                <a:srgbClr val="FFC000"/>
              </a:solidFill>
            </a:endParaRPr>
          </a:p>
          <a:p>
            <a:pPr marL="285750" indent="-285750">
              <a:buClr>
                <a:schemeClr val="tx1"/>
              </a:buClr>
              <a:buSzPct val="110000"/>
              <a:buFont typeface="Arial" panose="020B0604020202020204" pitchFamily="34" charset="0"/>
              <a:buChar char="•"/>
            </a:pPr>
            <a:r>
              <a:rPr lang="en-GB" dirty="0">
                <a:solidFill>
                  <a:schemeClr val="tx1"/>
                </a:solidFill>
              </a:rPr>
              <a:t>Web-based complaint submission.</a:t>
            </a:r>
          </a:p>
          <a:p>
            <a:pPr marL="285750" indent="-285750">
              <a:buClr>
                <a:schemeClr val="tx1"/>
              </a:buClr>
              <a:buSzPct val="110000"/>
              <a:buFont typeface="Arial" panose="020B0604020202020204" pitchFamily="34" charset="0"/>
              <a:buChar char="•"/>
            </a:pPr>
            <a:r>
              <a:rPr lang="en-GB" dirty="0">
                <a:solidFill>
                  <a:schemeClr val="tx1"/>
                </a:solidFill>
              </a:rPr>
              <a:t>A profile for each user.</a:t>
            </a:r>
          </a:p>
          <a:p>
            <a:pPr marL="285750" indent="-285750">
              <a:buClr>
                <a:schemeClr val="tx1"/>
              </a:buClr>
              <a:buSzPct val="110000"/>
              <a:buFont typeface="Arial" panose="020B0604020202020204" pitchFamily="34" charset="0"/>
              <a:buChar char="•"/>
            </a:pPr>
            <a:r>
              <a:rPr lang="en-GB" dirty="0">
                <a:solidFill>
                  <a:schemeClr val="tx1"/>
                </a:solidFill>
              </a:rPr>
              <a:t>Allow to choose tag the location of  the problem related area (able to pin the location of problem exactly on a map).</a:t>
            </a:r>
          </a:p>
          <a:p>
            <a:pPr marL="285750" indent="-285750">
              <a:buClr>
                <a:schemeClr val="tx1"/>
              </a:buClr>
              <a:buSzPct val="110000"/>
              <a:buFont typeface="Arial" panose="020B0604020202020204" pitchFamily="34" charset="0"/>
              <a:buChar char="•"/>
            </a:pPr>
            <a:r>
              <a:rPr lang="en-GB" dirty="0">
                <a:solidFill>
                  <a:schemeClr val="tx1"/>
                </a:solidFill>
              </a:rPr>
              <a:t>Allow to upload pictures of the related complaint and the system uses AI to </a:t>
            </a:r>
            <a:r>
              <a:rPr lang="en-GB" dirty="0" err="1">
                <a:solidFill>
                  <a:schemeClr val="tx1"/>
                </a:solidFill>
              </a:rPr>
              <a:t>analyze</a:t>
            </a:r>
            <a:r>
              <a:rPr lang="en-GB" dirty="0">
                <a:solidFill>
                  <a:schemeClr val="tx1"/>
                </a:solidFill>
              </a:rPr>
              <a:t> the images and auto identify the possible issue and tag it (Ex:- Water Leakage).</a:t>
            </a:r>
          </a:p>
          <a:p>
            <a:pPr marL="285750" indent="-285750">
              <a:buClr>
                <a:schemeClr val="tx1"/>
              </a:buClr>
              <a:buSzPct val="110000"/>
              <a:buFont typeface="Arial" panose="020B0604020202020204" pitchFamily="34" charset="0"/>
              <a:buChar char="•"/>
            </a:pPr>
            <a:r>
              <a:rPr lang="en-GB" dirty="0">
                <a:solidFill>
                  <a:schemeClr val="tx1"/>
                </a:solidFill>
              </a:rPr>
              <a:t>The complaint is auto prioritized based on the severity, urgency, and type by the system.</a:t>
            </a:r>
          </a:p>
          <a:p>
            <a:pPr marL="285750" indent="-285750">
              <a:buClr>
                <a:schemeClr val="tx1"/>
              </a:buClr>
              <a:buSzPct val="110000"/>
              <a:buFont typeface="Arial" panose="020B0604020202020204" pitchFamily="34" charset="0"/>
              <a:buChar char="•"/>
            </a:pPr>
            <a:r>
              <a:rPr lang="en-GB" dirty="0">
                <a:solidFill>
                  <a:schemeClr val="tx1"/>
                </a:solidFill>
              </a:rPr>
              <a:t>Users can track the status of complaint through a two way information flow, receive real time updates and comment on the progress.</a:t>
            </a:r>
            <a:br>
              <a:rPr lang="en-GB" dirty="0">
                <a:solidFill>
                  <a:schemeClr val="tx1"/>
                </a:solidFill>
              </a:rPr>
            </a:br>
            <a:r>
              <a:rPr lang="en-GB" dirty="0">
                <a:solidFill>
                  <a:schemeClr val="tx1"/>
                </a:solidFill>
              </a:rPr>
              <a:t>Can Choose whether the complaint should remain public or private in order to collaborate it with other users where they also can add comments.</a:t>
            </a:r>
            <a:br>
              <a:rPr lang="en-GB" dirty="0">
                <a:solidFill>
                  <a:schemeClr val="tx1"/>
                </a:solidFill>
              </a:rPr>
            </a:br>
            <a:endParaRPr lang="en-GB" dirty="0">
              <a:solidFill>
                <a:schemeClr val="tx1"/>
              </a:solidFill>
            </a:endParaRP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Font typeface="Arial" panose="020B0604020202020204" pitchFamily="34" charset="0"/>
              <a:buChar char="•"/>
            </a:pPr>
            <a:endParaRPr lang="en-GB" dirty="0">
              <a:solidFill>
                <a:schemeClr val="tx1"/>
              </a:solidFill>
            </a:endParaRPr>
          </a:p>
          <a:p>
            <a:br>
              <a:rPr lang="en-GB" dirty="0">
                <a:solidFill>
                  <a:srgbClr val="FFC000"/>
                </a:solidFill>
              </a:rPr>
            </a:br>
            <a:br>
              <a:rPr lang="en-GB" dirty="0">
                <a:solidFill>
                  <a:srgbClr val="FFC000"/>
                </a:solidFill>
              </a:rPr>
            </a:br>
            <a:endParaRPr lang="en-GB" dirty="0">
              <a:solidFill>
                <a:schemeClr val="tx1"/>
              </a:solidFill>
            </a:endParaRPr>
          </a:p>
          <a:p>
            <a:endParaRPr lang="en-GB" dirty="0">
              <a:solidFill>
                <a:srgbClr val="FFC000"/>
              </a:solidFill>
            </a:endParaRPr>
          </a:p>
          <a:p>
            <a:endParaRPr lang="en-US" dirty="0">
              <a:solidFill>
                <a:srgbClr val="FFC000"/>
              </a:solidFill>
            </a:endParaRPr>
          </a:p>
        </p:txBody>
      </p:sp>
      <p:sp>
        <p:nvSpPr>
          <p:cNvPr id="10" name="TextBox 9">
            <a:extLst>
              <a:ext uri="{FF2B5EF4-FFF2-40B4-BE49-F238E27FC236}">
                <a16:creationId xmlns:a16="http://schemas.microsoft.com/office/drawing/2014/main" id="{9CE8CDA6-87FC-6B06-DED8-15D6906C183D}"/>
              </a:ext>
            </a:extLst>
          </p:cNvPr>
          <p:cNvSpPr txBox="1"/>
          <p:nvPr/>
        </p:nvSpPr>
        <p:spPr>
          <a:xfrm>
            <a:off x="4713326" y="794700"/>
            <a:ext cx="4400938" cy="4616648"/>
          </a:xfrm>
          <a:prstGeom prst="rect">
            <a:avLst/>
          </a:prstGeom>
          <a:noFill/>
        </p:spPr>
        <p:txBody>
          <a:bodyPr wrap="square" rtlCol="0">
            <a:spAutoFit/>
          </a:bodyPr>
          <a:lstStyle/>
          <a:p>
            <a:pPr>
              <a:buClr>
                <a:schemeClr val="tx1"/>
              </a:buClr>
              <a:buSzPct val="110000"/>
            </a:pPr>
            <a:r>
              <a:rPr lang="en-GB" b="1" dirty="0">
                <a:solidFill>
                  <a:srgbClr val="FFC000"/>
                </a:solidFill>
              </a:rPr>
              <a:t>For Authority</a:t>
            </a:r>
          </a:p>
          <a:p>
            <a:pPr>
              <a:buClr>
                <a:schemeClr val="tx1"/>
              </a:buClr>
              <a:buSzPct val="110000"/>
            </a:pPr>
            <a:endParaRPr lang="en-GB" b="1" dirty="0">
              <a:solidFill>
                <a:srgbClr val="FFC000"/>
              </a:solidFill>
            </a:endParaRPr>
          </a:p>
          <a:p>
            <a:pPr marL="285750" indent="-285750">
              <a:buClr>
                <a:schemeClr val="tx1"/>
              </a:buClr>
              <a:buSzPct val="110000"/>
              <a:buFont typeface="Arial" panose="020B0604020202020204" pitchFamily="34" charset="0"/>
              <a:buChar char="•"/>
            </a:pPr>
            <a:r>
              <a:rPr lang="en-GB" dirty="0">
                <a:solidFill>
                  <a:schemeClr val="tx1"/>
                </a:solidFill>
              </a:rPr>
              <a:t>A powerful dashboard to filter complaints by location, category, priority.</a:t>
            </a:r>
          </a:p>
          <a:p>
            <a:pPr marL="285750" indent="-285750">
              <a:buClr>
                <a:schemeClr val="tx1"/>
              </a:buClr>
              <a:buSzPct val="110000"/>
              <a:buFont typeface="Arial" panose="020B0604020202020204" pitchFamily="34" charset="0"/>
              <a:buChar char="•"/>
            </a:pPr>
            <a:r>
              <a:rPr lang="en-GB" dirty="0">
                <a:solidFill>
                  <a:schemeClr val="tx1"/>
                </a:solidFill>
              </a:rPr>
              <a:t>AI assisted routing directly passes the complaints to correct department and officers.</a:t>
            </a:r>
          </a:p>
          <a:p>
            <a:pPr marL="285750" indent="-285750">
              <a:buClr>
                <a:schemeClr val="tx1"/>
              </a:buClr>
              <a:buSzPct val="110000"/>
              <a:buFont typeface="Arial" panose="020B0604020202020204" pitchFamily="34" charset="0"/>
              <a:buChar char="•"/>
            </a:pPr>
            <a:r>
              <a:rPr lang="en-GB" dirty="0">
                <a:solidFill>
                  <a:schemeClr val="tx1"/>
                </a:solidFill>
              </a:rPr>
              <a:t>Ability to update the progress of the complaint by only allowing legally ethical information to be transparent to the citizen.</a:t>
            </a:r>
          </a:p>
          <a:p>
            <a:pPr marL="285750" indent="-285750">
              <a:buClr>
                <a:schemeClr val="tx1"/>
              </a:buClr>
              <a:buSzPct val="110000"/>
              <a:buFont typeface="Arial" panose="020B0604020202020204" pitchFamily="34" charset="0"/>
              <a:buChar char="•"/>
            </a:pPr>
            <a:r>
              <a:rPr lang="en-GB" dirty="0">
                <a:solidFill>
                  <a:schemeClr val="tx1"/>
                </a:solidFill>
              </a:rPr>
              <a:t>Performance analytics.</a:t>
            </a:r>
          </a:p>
          <a:p>
            <a:pPr marL="285750" indent="-285750">
              <a:buClr>
                <a:schemeClr val="tx1"/>
              </a:buClr>
              <a:buSzPct val="110000"/>
              <a:buFont typeface="Arial" panose="020B0604020202020204" pitchFamily="34" charset="0"/>
              <a:buChar char="•"/>
            </a:pPr>
            <a:r>
              <a:rPr lang="en-GB" dirty="0">
                <a:solidFill>
                  <a:schemeClr val="tx1"/>
                </a:solidFill>
              </a:rPr>
              <a:t>Unresolved problems are directly sent to higher authorities.</a:t>
            </a:r>
          </a:p>
          <a:p>
            <a:pPr marL="285750" indent="-285750">
              <a:buClr>
                <a:schemeClr val="tx1"/>
              </a:buClr>
              <a:buSzPct val="110000"/>
              <a:buFont typeface="Arial" panose="020B0604020202020204" pitchFamily="34" charset="0"/>
              <a:buChar char="•"/>
            </a:pPr>
            <a:r>
              <a:rPr lang="en-GB" dirty="0">
                <a:solidFill>
                  <a:schemeClr val="tx1"/>
                </a:solidFill>
              </a:rPr>
              <a:t>Ability to generate reports based on analytics.</a:t>
            </a:r>
            <a:br>
              <a:rPr lang="en-GB" dirty="0">
                <a:solidFill>
                  <a:schemeClr val="tx1"/>
                </a:solidFill>
              </a:rPr>
            </a:br>
            <a:endParaRPr lang="en-GB" dirty="0">
              <a:solidFill>
                <a:schemeClr val="tx1"/>
              </a:solidFill>
            </a:endParaRPr>
          </a:p>
          <a:p>
            <a:pPr marL="285750" indent="-285750">
              <a:buClr>
                <a:schemeClr val="tx1"/>
              </a:buClr>
              <a:buSzPct val="110000"/>
              <a:buFont typeface="Arial" panose="020B0604020202020204" pitchFamily="34" charset="0"/>
              <a:buChar char="•"/>
            </a:pPr>
            <a:endParaRPr lang="en-GB" dirty="0">
              <a:solidFill>
                <a:schemeClr val="tx1"/>
              </a:solidFill>
            </a:endParaRPr>
          </a:p>
          <a:p>
            <a:pPr marL="285750" indent="-285750">
              <a:buClr>
                <a:schemeClr val="tx1"/>
              </a:buClr>
              <a:buFont typeface="Arial" panose="020B0604020202020204" pitchFamily="34" charset="0"/>
              <a:buChar char="•"/>
            </a:pPr>
            <a:endParaRPr lang="en-GB" dirty="0">
              <a:solidFill>
                <a:schemeClr val="tx1"/>
              </a:solidFill>
            </a:endParaRPr>
          </a:p>
          <a:p>
            <a:br>
              <a:rPr lang="en-GB" dirty="0">
                <a:solidFill>
                  <a:srgbClr val="FFC000"/>
                </a:solidFill>
              </a:rPr>
            </a:br>
            <a:br>
              <a:rPr lang="en-GB" dirty="0">
                <a:solidFill>
                  <a:srgbClr val="FFC000"/>
                </a:solidFill>
              </a:rPr>
            </a:br>
            <a:endParaRPr lang="en-GB" dirty="0">
              <a:solidFill>
                <a:schemeClr val="tx1"/>
              </a:solidFill>
            </a:endParaRPr>
          </a:p>
          <a:p>
            <a:endParaRPr lang="en-GB" dirty="0">
              <a:solidFill>
                <a:srgbClr val="FFC000"/>
              </a:solidFill>
            </a:endParaRPr>
          </a:p>
          <a:p>
            <a:endParaRPr lang="en-US" dirty="0">
              <a:solidFill>
                <a:srgbClr val="FFC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6">
          <a:extLst>
            <a:ext uri="{FF2B5EF4-FFF2-40B4-BE49-F238E27FC236}">
              <a16:creationId xmlns:a16="http://schemas.microsoft.com/office/drawing/2014/main" id="{5A7EDE0F-F0C2-52B5-D998-56D6BC3FA9E1}"/>
            </a:ext>
          </a:extLst>
        </p:cNvPr>
        <p:cNvGrpSpPr/>
        <p:nvPr/>
      </p:nvGrpSpPr>
      <p:grpSpPr>
        <a:xfrm>
          <a:off x="0" y="0"/>
          <a:ext cx="0" cy="0"/>
          <a:chOff x="0" y="0"/>
          <a:chExt cx="0" cy="0"/>
        </a:xfrm>
      </p:grpSpPr>
      <p:sp>
        <p:nvSpPr>
          <p:cNvPr id="4" name="Title 10">
            <a:extLst>
              <a:ext uri="{FF2B5EF4-FFF2-40B4-BE49-F238E27FC236}">
                <a16:creationId xmlns:a16="http://schemas.microsoft.com/office/drawing/2014/main" id="{F32F9829-1132-37D0-8C48-493BC325DB02}"/>
              </a:ext>
            </a:extLst>
          </p:cNvPr>
          <p:cNvSpPr>
            <a:spLocks noGrp="1"/>
          </p:cNvSpPr>
          <p:nvPr>
            <p:ph type="title"/>
          </p:nvPr>
        </p:nvSpPr>
        <p:spPr>
          <a:xfrm>
            <a:off x="369407" y="117923"/>
            <a:ext cx="8373150" cy="572700"/>
          </a:xfrm>
        </p:spPr>
        <p:txBody>
          <a:bodyPr/>
          <a:lstStyle/>
          <a:p>
            <a:pPr algn="ctr"/>
            <a:r>
              <a:rPr lang="en-GB" dirty="0"/>
              <a:t>Technology Stack</a:t>
            </a:r>
            <a:endParaRPr lang="en-US" dirty="0"/>
          </a:p>
        </p:txBody>
      </p:sp>
      <p:sp>
        <p:nvSpPr>
          <p:cNvPr id="5" name="TextBox 4">
            <a:extLst>
              <a:ext uri="{FF2B5EF4-FFF2-40B4-BE49-F238E27FC236}">
                <a16:creationId xmlns:a16="http://schemas.microsoft.com/office/drawing/2014/main" id="{F9A1426E-7A68-6435-DA1C-0BE989B7421F}"/>
              </a:ext>
            </a:extLst>
          </p:cNvPr>
          <p:cNvSpPr txBox="1"/>
          <p:nvPr/>
        </p:nvSpPr>
        <p:spPr>
          <a:xfrm>
            <a:off x="682828" y="928514"/>
            <a:ext cx="7561639" cy="3539430"/>
          </a:xfrm>
          <a:prstGeom prst="rect">
            <a:avLst/>
          </a:prstGeom>
          <a:noFill/>
        </p:spPr>
        <p:txBody>
          <a:bodyPr wrap="square" rtlCol="0">
            <a:spAutoFit/>
          </a:bodyPr>
          <a:lstStyle/>
          <a:p>
            <a:r>
              <a:rPr lang="en-US" sz="1600" b="1" dirty="0">
                <a:solidFill>
                  <a:srgbClr val="FFC000"/>
                </a:solidFill>
              </a:rPr>
              <a:t>Frontend</a:t>
            </a:r>
            <a:r>
              <a:rPr lang="en-US" sz="1600" dirty="0">
                <a:solidFill>
                  <a:srgbClr val="FFC000"/>
                </a:solidFill>
              </a:rPr>
              <a:t>: </a:t>
            </a:r>
            <a:r>
              <a:rPr lang="en-US" sz="1600" dirty="0">
                <a:solidFill>
                  <a:schemeClr val="tx1"/>
                </a:solidFill>
              </a:rPr>
              <a:t>React.js, Tailwind CSS, Leaflet.js + OpenStreetMap, React </a:t>
            </a:r>
            <a:r>
              <a:rPr lang="en-US" sz="1600" dirty="0" err="1">
                <a:solidFill>
                  <a:schemeClr val="tx1"/>
                </a:solidFill>
              </a:rPr>
              <a:t>Dropzone</a:t>
            </a:r>
            <a:r>
              <a:rPr lang="en-US" sz="1600" dirty="0">
                <a:solidFill>
                  <a:schemeClr val="tx1"/>
                </a:solidFill>
              </a:rPr>
              <a:t> / </a:t>
            </a:r>
            <a:r>
              <a:rPr lang="en-US" sz="1600" dirty="0" err="1">
                <a:solidFill>
                  <a:schemeClr val="tx1"/>
                </a:solidFill>
              </a:rPr>
              <a:t>FileReader</a:t>
            </a:r>
            <a:r>
              <a:rPr lang="en-US" sz="1600" dirty="0">
                <a:solidFill>
                  <a:schemeClr val="tx1"/>
                </a:solidFill>
              </a:rPr>
              <a:t> API</a:t>
            </a:r>
            <a:br>
              <a:rPr lang="en-US" sz="1600" dirty="0">
                <a:solidFill>
                  <a:schemeClr val="tx1"/>
                </a:solidFill>
              </a:rPr>
            </a:br>
            <a:r>
              <a:rPr lang="en-US" sz="1600" b="1" dirty="0">
                <a:solidFill>
                  <a:srgbClr val="FFC000"/>
                </a:solidFill>
              </a:rPr>
              <a:t>Backend</a:t>
            </a:r>
            <a:r>
              <a:rPr lang="en-US" sz="1600" dirty="0">
                <a:solidFill>
                  <a:srgbClr val="FFC000"/>
                </a:solidFill>
              </a:rPr>
              <a:t>: </a:t>
            </a:r>
            <a:r>
              <a:rPr lang="en-US" sz="1600" dirty="0">
                <a:solidFill>
                  <a:schemeClr val="tx1"/>
                </a:solidFill>
              </a:rPr>
              <a:t>Node.js + Express.js, Firebase </a:t>
            </a:r>
            <a:r>
              <a:rPr lang="en-US" sz="1600" dirty="0" err="1">
                <a:solidFill>
                  <a:schemeClr val="tx1"/>
                </a:solidFill>
              </a:rPr>
              <a:t>Firestore</a:t>
            </a:r>
            <a:r>
              <a:rPr lang="en-US" sz="1600" dirty="0">
                <a:solidFill>
                  <a:schemeClr val="tx1"/>
                </a:solidFill>
              </a:rPr>
              <a:t>, Firebase Auth, Firebase Storage, JWT + Middleware, Firebase Cloud Functions</a:t>
            </a:r>
            <a:br>
              <a:rPr lang="en-US" sz="1600" dirty="0">
                <a:solidFill>
                  <a:schemeClr val="tx1"/>
                </a:solidFill>
              </a:rPr>
            </a:br>
            <a:r>
              <a:rPr lang="en-US" sz="1600" b="1" dirty="0">
                <a:solidFill>
                  <a:srgbClr val="FFC000"/>
                </a:solidFill>
              </a:rPr>
              <a:t>AI / ML / CV: </a:t>
            </a:r>
            <a:r>
              <a:rPr lang="en-US" sz="1600" dirty="0">
                <a:solidFill>
                  <a:schemeClr val="tx1"/>
                </a:solidFill>
              </a:rPr>
              <a:t>Hugging Face Transformers, Teachable Machine, OpenAI Whisper, Custom Rule-Based Routing</a:t>
            </a:r>
            <a:br>
              <a:rPr lang="en-US" sz="1600" dirty="0">
                <a:solidFill>
                  <a:schemeClr val="tx1"/>
                </a:solidFill>
              </a:rPr>
            </a:br>
            <a:r>
              <a:rPr lang="en-US" sz="1600" b="1" dirty="0">
                <a:solidFill>
                  <a:srgbClr val="FFC000"/>
                </a:solidFill>
              </a:rPr>
              <a:t>Geolocation</a:t>
            </a:r>
            <a:r>
              <a:rPr lang="en-US" sz="1600" dirty="0">
                <a:solidFill>
                  <a:srgbClr val="FFC000"/>
                </a:solidFill>
              </a:rPr>
              <a:t>: </a:t>
            </a:r>
            <a:r>
              <a:rPr lang="en-US" sz="1600" dirty="0">
                <a:solidFill>
                  <a:schemeClr val="tx1"/>
                </a:solidFill>
              </a:rPr>
              <a:t>Leaflet.js + OpenStreetMap, </a:t>
            </a:r>
            <a:r>
              <a:rPr lang="en-US" sz="1600" dirty="0" err="1">
                <a:solidFill>
                  <a:schemeClr val="tx1"/>
                </a:solidFill>
              </a:rPr>
              <a:t>Nominatim</a:t>
            </a:r>
            <a:r>
              <a:rPr lang="en-US" sz="1600" dirty="0">
                <a:solidFill>
                  <a:schemeClr val="tx1"/>
                </a:solidFill>
              </a:rPr>
              <a:t> (OpenStreetMap Reverse Geocoding)</a:t>
            </a:r>
            <a:br>
              <a:rPr lang="en-US" sz="1600" dirty="0">
                <a:solidFill>
                  <a:schemeClr val="tx1"/>
                </a:solidFill>
              </a:rPr>
            </a:br>
            <a:r>
              <a:rPr lang="en-US" sz="1600" b="1" dirty="0">
                <a:solidFill>
                  <a:srgbClr val="FFC000"/>
                </a:solidFill>
              </a:rPr>
              <a:t>Notifications</a:t>
            </a:r>
            <a:r>
              <a:rPr lang="en-US" sz="1600" dirty="0">
                <a:solidFill>
                  <a:srgbClr val="FFC000"/>
                </a:solidFill>
              </a:rPr>
              <a:t>: </a:t>
            </a:r>
            <a:r>
              <a:rPr lang="en-US" sz="1600" dirty="0">
                <a:solidFill>
                  <a:schemeClr val="tx1"/>
                </a:solidFill>
              </a:rPr>
              <a:t>Firebase Cloud Messaging, </a:t>
            </a:r>
            <a:r>
              <a:rPr lang="en-US" sz="1600" dirty="0" err="1">
                <a:solidFill>
                  <a:schemeClr val="tx1"/>
                </a:solidFill>
              </a:rPr>
              <a:t>EmailJS</a:t>
            </a:r>
            <a:br>
              <a:rPr lang="en-US" sz="1600" dirty="0">
                <a:solidFill>
                  <a:schemeClr val="tx1"/>
                </a:solidFill>
              </a:rPr>
            </a:br>
            <a:r>
              <a:rPr lang="en-US" sz="1600" b="1" dirty="0">
                <a:solidFill>
                  <a:srgbClr val="FFC000"/>
                </a:solidFill>
              </a:rPr>
              <a:t>Chatbot</a:t>
            </a:r>
            <a:r>
              <a:rPr lang="en-US" sz="1600" dirty="0">
                <a:solidFill>
                  <a:srgbClr val="FFC000"/>
                </a:solidFill>
              </a:rPr>
              <a:t>: </a:t>
            </a:r>
            <a:r>
              <a:rPr lang="en-US" sz="1600" dirty="0">
                <a:solidFill>
                  <a:schemeClr val="tx1"/>
                </a:solidFill>
              </a:rPr>
              <a:t>Rasa (Self-hosted)</a:t>
            </a:r>
            <a:br>
              <a:rPr lang="en-US" sz="1600" dirty="0">
                <a:solidFill>
                  <a:schemeClr val="tx1"/>
                </a:solidFill>
              </a:rPr>
            </a:br>
            <a:r>
              <a:rPr lang="en-US" sz="1600" b="1" dirty="0">
                <a:solidFill>
                  <a:srgbClr val="FFC000"/>
                </a:solidFill>
              </a:rPr>
              <a:t>Analytics</a:t>
            </a:r>
            <a:r>
              <a:rPr lang="en-US" sz="1600" dirty="0">
                <a:solidFill>
                  <a:srgbClr val="FFC000"/>
                </a:solidFill>
              </a:rPr>
              <a:t>: </a:t>
            </a:r>
            <a:r>
              <a:rPr lang="en-US" sz="1600" dirty="0" err="1">
                <a:solidFill>
                  <a:schemeClr val="tx1"/>
                </a:solidFill>
              </a:rPr>
              <a:t>Metabase</a:t>
            </a:r>
            <a:r>
              <a:rPr lang="en-US" sz="1600" dirty="0">
                <a:solidFill>
                  <a:schemeClr val="tx1"/>
                </a:solidFill>
              </a:rPr>
              <a:t> (Self-hosted), Google Looker Studio</a:t>
            </a:r>
            <a:br>
              <a:rPr lang="en-US" sz="1600" dirty="0">
                <a:solidFill>
                  <a:schemeClr val="tx1"/>
                </a:solidFill>
              </a:rPr>
            </a:br>
            <a:r>
              <a:rPr lang="en-US" sz="1600" b="1" dirty="0">
                <a:solidFill>
                  <a:srgbClr val="FFC000"/>
                </a:solidFill>
              </a:rPr>
              <a:t>Reports</a:t>
            </a:r>
            <a:r>
              <a:rPr lang="en-US" sz="1600" dirty="0">
                <a:solidFill>
                  <a:srgbClr val="FFC000"/>
                </a:solidFill>
              </a:rPr>
              <a:t>: </a:t>
            </a:r>
            <a:r>
              <a:rPr lang="en-US" sz="1600" dirty="0" err="1">
                <a:solidFill>
                  <a:schemeClr val="tx1"/>
                </a:solidFill>
              </a:rPr>
              <a:t>jsPDF</a:t>
            </a:r>
            <a:br>
              <a:rPr lang="en-US" sz="1600" dirty="0">
                <a:solidFill>
                  <a:schemeClr val="tx1"/>
                </a:solidFill>
              </a:rPr>
            </a:br>
            <a:r>
              <a:rPr lang="en-US" sz="1600" b="1" dirty="0">
                <a:solidFill>
                  <a:srgbClr val="FFC000"/>
                </a:solidFill>
              </a:rPr>
              <a:t>Hosting &amp; Deployment</a:t>
            </a:r>
            <a:r>
              <a:rPr lang="en-US" sz="1600" dirty="0">
                <a:solidFill>
                  <a:srgbClr val="FFC000"/>
                </a:solidFill>
              </a:rPr>
              <a:t>:</a:t>
            </a:r>
            <a:r>
              <a:rPr lang="en-US" sz="1600" b="1" dirty="0">
                <a:solidFill>
                  <a:srgbClr val="FFC000"/>
                </a:solidFill>
              </a:rPr>
              <a:t> </a:t>
            </a:r>
            <a:r>
              <a:rPr lang="en-US" sz="1600" dirty="0">
                <a:solidFill>
                  <a:schemeClr val="tx1"/>
                </a:solidFill>
              </a:rPr>
              <a:t>Netlify, </a:t>
            </a:r>
            <a:r>
              <a:rPr lang="en-US" sz="1600" dirty="0" err="1">
                <a:solidFill>
                  <a:schemeClr val="tx1"/>
                </a:solidFill>
              </a:rPr>
              <a:t>Vercel</a:t>
            </a:r>
            <a:r>
              <a:rPr lang="en-US" sz="1600" dirty="0">
                <a:solidFill>
                  <a:schemeClr val="tx1"/>
                </a:solidFill>
              </a:rPr>
              <a:t>, Firebase Hosting</a:t>
            </a:r>
            <a:br>
              <a:rPr lang="en-US" sz="1600" dirty="0">
                <a:solidFill>
                  <a:schemeClr val="tx1"/>
                </a:solidFill>
              </a:rPr>
            </a:br>
            <a:r>
              <a:rPr lang="en-US" sz="1600" b="1" dirty="0">
                <a:solidFill>
                  <a:srgbClr val="FFC000"/>
                </a:solidFill>
              </a:rPr>
              <a:t>DevOps &amp; Security</a:t>
            </a:r>
            <a:r>
              <a:rPr lang="en-US" sz="1600" dirty="0">
                <a:solidFill>
                  <a:srgbClr val="FFC000"/>
                </a:solidFill>
              </a:rPr>
              <a:t>: </a:t>
            </a:r>
            <a:r>
              <a:rPr lang="en-US" sz="1600" dirty="0">
                <a:solidFill>
                  <a:schemeClr val="tx1"/>
                </a:solidFill>
              </a:rPr>
              <a:t>GitHub, GitHub Actions, Sentry, JWT + Middleware</a:t>
            </a:r>
          </a:p>
        </p:txBody>
      </p:sp>
    </p:spTree>
    <p:extLst>
      <p:ext uri="{BB962C8B-B14F-4D97-AF65-F5344CB8AC3E}">
        <p14:creationId xmlns:p14="http://schemas.microsoft.com/office/powerpoint/2010/main" val="2092963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9">
          <a:extLst>
            <a:ext uri="{FF2B5EF4-FFF2-40B4-BE49-F238E27FC236}">
              <a16:creationId xmlns:a16="http://schemas.microsoft.com/office/drawing/2014/main" id="{B2675456-4B7F-88C1-BEA7-B718CD3359DA}"/>
            </a:ext>
          </a:extLst>
        </p:cNvPr>
        <p:cNvGrpSpPr/>
        <p:nvPr/>
      </p:nvGrpSpPr>
      <p:grpSpPr>
        <a:xfrm>
          <a:off x="0" y="0"/>
          <a:ext cx="0" cy="0"/>
          <a:chOff x="0" y="0"/>
          <a:chExt cx="0" cy="0"/>
        </a:xfrm>
      </p:grpSpPr>
      <p:sp>
        <p:nvSpPr>
          <p:cNvPr id="2" name="Google Shape;356;p35">
            <a:extLst>
              <a:ext uri="{FF2B5EF4-FFF2-40B4-BE49-F238E27FC236}">
                <a16:creationId xmlns:a16="http://schemas.microsoft.com/office/drawing/2014/main" id="{A0380AC8-FD0E-2142-6510-8ED0DF15A3D6}"/>
              </a:ext>
            </a:extLst>
          </p:cNvPr>
          <p:cNvSpPr txBox="1">
            <a:spLocks/>
          </p:cNvSpPr>
          <p:nvPr/>
        </p:nvSpPr>
        <p:spPr>
          <a:xfrm>
            <a:off x="2133601" y="961613"/>
            <a:ext cx="5104448" cy="1964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Sora"/>
              <a:buNone/>
              <a:defRPr sz="4000" b="1" i="0" u="none" strike="noStrike" cap="none">
                <a:solidFill>
                  <a:schemeClr val="dk1"/>
                </a:solidFill>
                <a:latin typeface="Sora"/>
                <a:ea typeface="Sora"/>
                <a:cs typeface="Sora"/>
                <a:sym typeface="Sora"/>
              </a:defRPr>
            </a:lvl1pPr>
            <a:lvl2pPr marR="0" lvl="1"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9pPr>
          </a:lstStyle>
          <a:p>
            <a:r>
              <a:rPr lang="en-US" sz="10000" dirty="0">
                <a:solidFill>
                  <a:srgbClr val="FFC000"/>
                </a:solidFill>
                <a:latin typeface="Agency FB" panose="020B0503020202020204" pitchFamily="34" charset="0"/>
              </a:rPr>
              <a:t>Thank You!</a:t>
            </a:r>
          </a:p>
        </p:txBody>
      </p:sp>
      <p:sp>
        <p:nvSpPr>
          <p:cNvPr id="3" name="Google Shape;356;p35">
            <a:extLst>
              <a:ext uri="{FF2B5EF4-FFF2-40B4-BE49-F238E27FC236}">
                <a16:creationId xmlns:a16="http://schemas.microsoft.com/office/drawing/2014/main" id="{7ADC4CEA-FED2-B1AD-EFE2-9AEA34EAE86F}"/>
              </a:ext>
            </a:extLst>
          </p:cNvPr>
          <p:cNvSpPr txBox="1">
            <a:spLocks/>
          </p:cNvSpPr>
          <p:nvPr/>
        </p:nvSpPr>
        <p:spPr>
          <a:xfrm>
            <a:off x="2111298" y="2977751"/>
            <a:ext cx="5104448" cy="45543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Sora"/>
              <a:buNone/>
              <a:defRPr sz="4000" b="1" i="0" u="none" strike="noStrike" cap="none">
                <a:solidFill>
                  <a:schemeClr val="dk1"/>
                </a:solidFill>
                <a:latin typeface="Sora"/>
                <a:ea typeface="Sora"/>
                <a:cs typeface="Sora"/>
                <a:sym typeface="Sora"/>
              </a:defRPr>
            </a:lvl1pPr>
            <a:lvl2pPr marR="0" lvl="1"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9pPr>
          </a:lstStyle>
          <a:p>
            <a:r>
              <a:rPr lang="en-US" sz="2400" b="0" dirty="0">
                <a:solidFill>
                  <a:schemeClr val="tx1"/>
                </a:solidFill>
                <a:latin typeface="+mj-lt"/>
              </a:rPr>
              <a:t>Further questions please contact us</a:t>
            </a:r>
          </a:p>
        </p:txBody>
      </p:sp>
      <p:sp>
        <p:nvSpPr>
          <p:cNvPr id="4" name="Google Shape;356;p35">
            <a:extLst>
              <a:ext uri="{FF2B5EF4-FFF2-40B4-BE49-F238E27FC236}">
                <a16:creationId xmlns:a16="http://schemas.microsoft.com/office/drawing/2014/main" id="{3610CCE9-C816-2A41-BC0F-59A2159CD4DB}"/>
              </a:ext>
            </a:extLst>
          </p:cNvPr>
          <p:cNvSpPr txBox="1">
            <a:spLocks/>
          </p:cNvSpPr>
          <p:nvPr/>
        </p:nvSpPr>
        <p:spPr>
          <a:xfrm>
            <a:off x="2688352" y="3477785"/>
            <a:ext cx="3994947" cy="104217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Sora"/>
              <a:buNone/>
              <a:defRPr sz="4000" b="1" i="0" u="none" strike="noStrike" cap="none">
                <a:solidFill>
                  <a:schemeClr val="dk1"/>
                </a:solidFill>
                <a:latin typeface="Sora"/>
                <a:ea typeface="Sora"/>
                <a:cs typeface="Sora"/>
                <a:sym typeface="Sora"/>
              </a:defRPr>
            </a:lvl1pPr>
            <a:lvl2pPr marR="0" lvl="1"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5200"/>
              <a:buFont typeface="Sora"/>
              <a:buNone/>
              <a:defRPr sz="5200" b="1" i="0" u="none" strike="noStrike" cap="none">
                <a:solidFill>
                  <a:schemeClr val="dk1"/>
                </a:solidFill>
                <a:latin typeface="Sora"/>
                <a:ea typeface="Sora"/>
                <a:cs typeface="Sora"/>
                <a:sym typeface="Sora"/>
              </a:defRPr>
            </a:lvl9pPr>
          </a:lstStyle>
          <a:p>
            <a:r>
              <a:rPr lang="en-GB" sz="1800" b="0" dirty="0">
                <a:solidFill>
                  <a:schemeClr val="tx1">
                    <a:lumMod val="65000"/>
                  </a:schemeClr>
                </a:solidFill>
                <a:latin typeface="+mj-lt"/>
                <a:hlinkClick r:id="rId3">
                  <a:extLst>
                    <a:ext uri="{A12FA001-AC4F-418D-AE19-62706E023703}">
                      <ahyp:hlinkClr xmlns:ahyp="http://schemas.microsoft.com/office/drawing/2018/hyperlinkcolor" val="tx"/>
                    </a:ext>
                  </a:extLst>
                </a:hlinkClick>
              </a:rPr>
              <a:t>Cohndse242f-041@student.nibm.lk</a:t>
            </a:r>
            <a:endParaRPr lang="en-GB" sz="1800" b="0" dirty="0">
              <a:solidFill>
                <a:schemeClr val="tx1">
                  <a:lumMod val="65000"/>
                </a:schemeClr>
              </a:solidFill>
              <a:latin typeface="+mj-lt"/>
            </a:endParaRPr>
          </a:p>
          <a:p>
            <a:r>
              <a:rPr lang="en-GB" sz="1800" b="0" dirty="0">
                <a:solidFill>
                  <a:schemeClr val="tx1">
                    <a:lumMod val="65000"/>
                  </a:schemeClr>
                </a:solidFill>
                <a:latin typeface="+mj-lt"/>
                <a:hlinkClick r:id="rId4">
                  <a:extLst>
                    <a:ext uri="{A12FA001-AC4F-418D-AE19-62706E023703}">
                      <ahyp:hlinkClr xmlns:ahyp="http://schemas.microsoft.com/office/drawing/2018/hyperlinkcolor" val="tx"/>
                    </a:ext>
                  </a:extLst>
                </a:hlinkClick>
              </a:rPr>
              <a:t>Cohndse242f-042@student.nibm.lk</a:t>
            </a:r>
            <a:endParaRPr lang="en-GB" sz="1800" b="0" dirty="0">
              <a:solidFill>
                <a:schemeClr val="tx1">
                  <a:lumMod val="65000"/>
                </a:schemeClr>
              </a:solidFill>
              <a:latin typeface="+mj-lt"/>
            </a:endParaRPr>
          </a:p>
          <a:p>
            <a:endParaRPr lang="en-US" sz="1800" b="0" dirty="0">
              <a:solidFill>
                <a:schemeClr val="tx1">
                  <a:lumMod val="65000"/>
                </a:schemeClr>
              </a:solidFill>
              <a:latin typeface="+mj-lt"/>
            </a:endParaRPr>
          </a:p>
        </p:txBody>
      </p:sp>
    </p:spTree>
    <p:extLst>
      <p:ext uri="{BB962C8B-B14F-4D97-AF65-F5344CB8AC3E}">
        <p14:creationId xmlns:p14="http://schemas.microsoft.com/office/powerpoint/2010/main" val="2233711237"/>
      </p:ext>
    </p:extLst>
  </p:cSld>
  <p:clrMapOvr>
    <a:masterClrMapping/>
  </p:clrMapOvr>
</p:sld>
</file>

<file path=ppt/theme/theme1.xml><?xml version="1.0" encoding="utf-8"?>
<a:theme xmlns:a="http://schemas.openxmlformats.org/drawingml/2006/main" name="Workplace Radiation Safety by Slidesgo">
  <a:themeElements>
    <a:clrScheme name="Simple Light">
      <a:dk1>
        <a:srgbClr val="FFFFFF"/>
      </a:dk1>
      <a:lt1>
        <a:srgbClr val="A2A2A2"/>
      </a:lt1>
      <a:dk2>
        <a:srgbClr val="FFC706"/>
      </a:dk2>
      <a:lt2>
        <a:srgbClr val="363636"/>
      </a:lt2>
      <a:accent1>
        <a:srgbClr val="1E1E1E"/>
      </a:accent1>
      <a:accent2>
        <a:srgbClr val="FF9900"/>
      </a:accent2>
      <a:accent3>
        <a:srgbClr val="FFFFFF"/>
      </a:accent3>
      <a:accent4>
        <a:srgbClr val="FFFFFF"/>
      </a:accent4>
      <a:accent5>
        <a:srgbClr val="FFFFFF"/>
      </a:accent5>
      <a:accent6>
        <a:srgbClr val="FFFFFF"/>
      </a:accent6>
      <a:hlink>
        <a:srgbClr val="FFC70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354</TotalTime>
  <Words>750</Words>
  <Application>Microsoft Office PowerPoint</Application>
  <PresentationFormat>On-screen Show (16:9)</PresentationFormat>
  <Paragraphs>102</Paragraphs>
  <Slides>7</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Arial</vt:lpstr>
      <vt:lpstr>Open Sans Light</vt:lpstr>
      <vt:lpstr>Nunito Light</vt:lpstr>
      <vt:lpstr>Raleway</vt:lpstr>
      <vt:lpstr>Agency FB</vt:lpstr>
      <vt:lpstr>Open Sans</vt:lpstr>
      <vt:lpstr>Anaheim</vt:lpstr>
      <vt:lpstr>Sora</vt:lpstr>
      <vt:lpstr>Workplace Radiation Safety by Slidesgo</vt:lpstr>
      <vt:lpstr>PowerPoint Presentation</vt:lpstr>
      <vt:lpstr>Market Opportunity</vt:lpstr>
      <vt:lpstr>Solution</vt:lpstr>
      <vt:lpstr>Why Us? </vt:lpstr>
      <vt:lpstr>Features </vt:lpstr>
      <vt:lpstr>Technology Stack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Amjad Azward</dc:creator>
  <cp:lastModifiedBy>Amjad Azward</cp:lastModifiedBy>
  <cp:revision>18</cp:revision>
  <dcterms:modified xsi:type="dcterms:W3CDTF">2025-07-28T08:02:49Z</dcterms:modified>
</cp:coreProperties>
</file>